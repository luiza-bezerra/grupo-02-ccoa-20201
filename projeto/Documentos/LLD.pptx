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79525-0EFB-4D17-84C0-9FB598ACD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86B343-A01B-4901-91AC-FB260AEAA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E313C-ADA7-4327-AB19-1CAA9C7A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46334E-6F7B-42C1-8AA0-7AE66D77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38436-5D87-441D-AC3A-8D4600A3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619AB-7800-4F36-9174-8928D7EC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E88ED1-24D7-49D8-9D1F-54C2D797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69707A-F20B-489A-8A5B-0C41580A6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5D077-9553-4689-A63B-D49F560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E9299F-5DF5-4FD9-9C96-93F8A663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93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9C6F8-F0AC-4EFC-A610-93BC2DB2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17FC8B-3E3D-4893-9BD9-4D5639AF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B27139-8EB0-4049-A195-9AB1990D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030BC3-2177-469C-B936-3FE85EB4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FFAD3C-A0B7-4A16-B683-B38D859C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451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2D103A-4D81-47F3-99E6-B159A7E3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547B89-A002-4D6A-BF58-319F328E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B8EF4A6-BF54-43D0-81E8-1863C6AA7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5B20F6-55C1-48FD-A48D-D23447AF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11F9D2-5AB2-4A10-B235-8F276AE57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1ADCCC-246C-4124-8501-ED587EC5B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00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C8A24-1E6E-4072-A13F-0BD93FF2D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BFFBA39-75A3-4999-AC1F-B5D1FA60E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E70C4-8F4B-4E05-8E5D-748CB927C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AF020F-2196-45E6-B777-BE687E721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BBEEC6-094D-4314-8A0B-A5C4A2BEF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942876-DFAC-4169-9229-FB0AF15A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DB9372-1217-4DAE-B66E-4D68AD45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93F1B3-299B-4BB8-B2BD-309561E2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650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33D2D-ABB5-40CD-96D8-7CCDD391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CB809A-CA7C-46ED-AA4B-F377A2C9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672B28-9269-44B6-92F2-DC1FD52E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8F58CE-0A04-4523-AAC2-291CB0A9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99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9DA1A8-3BA5-4707-BB0A-1A6CE03B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40AC35A-C36A-4BEC-8BC4-B5E7B79B9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09FF2F-186D-45B1-9CDE-63027739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92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2C1DA-63C8-4B86-804A-A7ED8E58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F7A8E2-E14C-4B5A-AF57-39D04171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FF4961-E6C8-41D7-A1CF-EBE5F018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B31142-D24E-4145-8707-AEB8D9293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543D3B-77F0-4CA0-83EB-30552C9D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F3CCF-838D-4C85-BC7F-9DF10CDB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928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50C17-A08F-4DCF-BB06-55815659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28BA4C1-23F0-4A4D-B5D1-AC2439C4CF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ABB4DF-5E6D-4906-9D0D-A3FD7C2F6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1FC905-D3BF-4C85-9134-0422907C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68EFE7-8450-45C6-A74D-9D8D83E7C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96D832-EEAB-453F-AF27-DA4BDF961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86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CC8BB5-5C11-4040-9967-4A30D518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1B5BEE-D81E-4D04-B673-CE3F2B8A5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304D35-2AA8-4DF0-9494-38C9E3593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CCCDA7-BFE9-4585-83CE-88E35ADC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CAA0B-EF46-4881-8F80-FDA3FD28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37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2FD85-8ECC-4DB3-8EFF-8C62FE2B0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63806F9-96A9-441F-B5E5-6F8673CAF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E76E0-D86F-4A2E-9904-D3F8908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E2297-02E8-43ED-9FAD-21C5864B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C08A16-DC00-447C-8FE5-90D3F22BC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EE1422-7295-419D-B9A6-37B2D6A8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93728E-9758-4646-A3AB-3765F5977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D3F5AF-A088-4C9F-AB19-80B5985E0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4C99E-1E2C-46C7-9544-CFE55FE760E5}" type="datetimeFigureOut">
              <a:rPr lang="pt-BR" smtClean="0"/>
              <a:t>06/04/2020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32A6A3-1011-4F6A-ABA1-13921ADC9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F8D97-D969-47CB-9D3E-5F196178A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DBEC5-4D46-4D4C-AB80-816C94D07B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1438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cone banco de dados png 3 » PNG Image">
            <a:extLst>
              <a:ext uri="{FF2B5EF4-FFF2-40B4-BE49-F238E27FC236}">
                <a16:creationId xmlns:a16="http://schemas.microsoft.com/office/drawing/2014/main" id="{795B024C-312C-4FB0-A79F-7BAAC7403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931" y="416107"/>
            <a:ext cx="917923" cy="91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DF5B61B-7BDB-48AF-825D-3C3707E2F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372" y="866845"/>
            <a:ext cx="1193006" cy="34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Curso de computador - Baixar PNG/SVG Transparente">
            <a:extLst>
              <a:ext uri="{FF2B5EF4-FFF2-40B4-BE49-F238E27FC236}">
                <a16:creationId xmlns:a16="http://schemas.microsoft.com/office/drawing/2014/main" id="{79718B7E-92C4-4255-A480-FC77771E9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06" y="5285017"/>
            <a:ext cx="1299305" cy="129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40053657-B1CB-4984-831A-0F6F8422D236}"/>
              </a:ext>
            </a:extLst>
          </p:cNvPr>
          <p:cNvSpPr/>
          <p:nvPr/>
        </p:nvSpPr>
        <p:spPr>
          <a:xfrm flipH="1">
            <a:off x="1562611" y="5507835"/>
            <a:ext cx="1104900" cy="3429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luxograma: Processo 13">
            <a:extLst>
              <a:ext uri="{FF2B5EF4-FFF2-40B4-BE49-F238E27FC236}">
                <a16:creationId xmlns:a16="http://schemas.microsoft.com/office/drawing/2014/main" id="{4A3ED908-8DC2-4D10-B7BA-E9172A8B98C2}"/>
              </a:ext>
            </a:extLst>
          </p:cNvPr>
          <p:cNvSpPr/>
          <p:nvPr/>
        </p:nvSpPr>
        <p:spPr>
          <a:xfrm>
            <a:off x="16485" y="3429000"/>
            <a:ext cx="5582940" cy="3428999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luxograma: Processo 14">
            <a:extLst>
              <a:ext uri="{FF2B5EF4-FFF2-40B4-BE49-F238E27FC236}">
                <a16:creationId xmlns:a16="http://schemas.microsoft.com/office/drawing/2014/main" id="{E1FF9781-5AA1-4D96-AC31-78A332E51D5F}"/>
              </a:ext>
            </a:extLst>
          </p:cNvPr>
          <p:cNvSpPr/>
          <p:nvPr/>
        </p:nvSpPr>
        <p:spPr>
          <a:xfrm>
            <a:off x="6420532" y="3429000"/>
            <a:ext cx="5663097" cy="3428999"/>
          </a:xfrm>
          <a:prstGeom prst="flowChartProcess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46" name="Picture 22" descr="Ícone de traço colorido de roteador - Baixar PNG/SVG Transparente">
            <a:extLst>
              <a:ext uri="{FF2B5EF4-FFF2-40B4-BE49-F238E27FC236}">
                <a16:creationId xmlns:a16="http://schemas.microsoft.com/office/drawing/2014/main" id="{621AAB40-F429-4FE8-9DA5-CABB0B49C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862" y="3458739"/>
            <a:ext cx="1040716" cy="104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 de traço colorido de roteador - Baixar PNG/SVG Transparente">
            <a:extLst>
              <a:ext uri="{FF2B5EF4-FFF2-40B4-BE49-F238E27FC236}">
                <a16:creationId xmlns:a16="http://schemas.microsoft.com/office/drawing/2014/main" id="{9A30046C-9151-423C-9F5F-3A3FB3A8D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871" y="3430044"/>
            <a:ext cx="936058" cy="93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0" descr="Curso de computador - Baixar PNG/SVG Transparente">
            <a:extLst>
              <a:ext uri="{FF2B5EF4-FFF2-40B4-BE49-F238E27FC236}">
                <a16:creationId xmlns:a16="http://schemas.microsoft.com/office/drawing/2014/main" id="{CF37C827-A83C-40D5-ABC2-1B84FC00E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510" y="4916266"/>
            <a:ext cx="1299305" cy="129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rduino logo png 7 » PNG Image">
            <a:extLst>
              <a:ext uri="{FF2B5EF4-FFF2-40B4-BE49-F238E27FC236}">
                <a16:creationId xmlns:a16="http://schemas.microsoft.com/office/drawing/2014/main" id="{D6BB131D-3CF6-4940-BE43-A076AC49C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90" y="5137150"/>
            <a:ext cx="10160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sinal de wifi - ícones de interface grátis">
            <a:extLst>
              <a:ext uri="{FF2B5EF4-FFF2-40B4-BE49-F238E27FC236}">
                <a16:creationId xmlns:a16="http://schemas.microsoft.com/office/drawing/2014/main" id="{89AFF500-83F0-41D6-B0D6-5CEC52F13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8278" y="2548188"/>
            <a:ext cx="702146" cy="702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sinal de wifi - ícones de interface grátis">
            <a:extLst>
              <a:ext uri="{FF2B5EF4-FFF2-40B4-BE49-F238E27FC236}">
                <a16:creationId xmlns:a16="http://schemas.microsoft.com/office/drawing/2014/main" id="{25574461-D3FA-434E-BE9D-3141FD3D5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922" y="2687300"/>
            <a:ext cx="779956" cy="733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utoShape 32">
            <a:extLst>
              <a:ext uri="{FF2B5EF4-FFF2-40B4-BE49-F238E27FC236}">
                <a16:creationId xmlns:a16="http://schemas.microsoft.com/office/drawing/2014/main" id="{F1CE5AC3-EE08-4FEE-9937-8142155B03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1" name="Imagem 20" descr="Fundo preto com letras brancas&#10;&#10;Descrição gerada automaticamente">
            <a:extLst>
              <a:ext uri="{FF2B5EF4-FFF2-40B4-BE49-F238E27FC236}">
                <a16:creationId xmlns:a16="http://schemas.microsoft.com/office/drawing/2014/main" id="{50C8FA6E-AE8D-468D-A6DC-D2DFB03FD3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2945" y="-1094105"/>
            <a:ext cx="3712825" cy="3642293"/>
          </a:xfrm>
          <a:prstGeom prst="rect">
            <a:avLst/>
          </a:prstGeom>
        </p:spPr>
      </p:pic>
      <p:pic>
        <p:nvPicPr>
          <p:cNvPr id="1060" name="Picture 36" descr="Google Chrome Logotipo Navegador - Gráfico vetorial grátis no Pixabay">
            <a:extLst>
              <a:ext uri="{FF2B5EF4-FFF2-40B4-BE49-F238E27FC236}">
                <a16:creationId xmlns:a16="http://schemas.microsoft.com/office/drawing/2014/main" id="{E653D5E2-C9D0-408E-96DB-135EDF601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510" y="6210196"/>
            <a:ext cx="596999" cy="59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Doce Sonho Alado :.: Mozilla Firefox">
            <a:extLst>
              <a:ext uri="{FF2B5EF4-FFF2-40B4-BE49-F238E27FC236}">
                <a16:creationId xmlns:a16="http://schemas.microsoft.com/office/drawing/2014/main" id="{5FDB14D1-CE82-4C5A-90F9-10F5EC486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118" y="6186255"/>
            <a:ext cx="660809" cy="63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1371B407-FE40-44B5-B500-A4667E8030DB}"/>
              </a:ext>
            </a:extLst>
          </p:cNvPr>
          <p:cNvSpPr txBox="1"/>
          <p:nvPr/>
        </p:nvSpPr>
        <p:spPr>
          <a:xfrm>
            <a:off x="2576531" y="3772388"/>
            <a:ext cx="1790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Roteador WiFi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A50F01C-B5C0-44C5-841A-7817CE3A249C}"/>
              </a:ext>
            </a:extLst>
          </p:cNvPr>
          <p:cNvSpPr txBox="1"/>
          <p:nvPr/>
        </p:nvSpPr>
        <p:spPr>
          <a:xfrm>
            <a:off x="2208486" y="4853528"/>
            <a:ext cx="906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Cabo USB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A542F15-CC0E-4B72-BFDD-00C8997D917A}"/>
              </a:ext>
            </a:extLst>
          </p:cNvPr>
          <p:cNvSpPr txBox="1"/>
          <p:nvPr/>
        </p:nvSpPr>
        <p:spPr>
          <a:xfrm>
            <a:off x="2661494" y="6396335"/>
            <a:ext cx="137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Arduino Uno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1FBAB9-CAF1-45FD-843E-70B31324308A}"/>
              </a:ext>
            </a:extLst>
          </p:cNvPr>
          <p:cNvSpPr txBox="1"/>
          <p:nvPr/>
        </p:nvSpPr>
        <p:spPr>
          <a:xfrm>
            <a:off x="6638092" y="4958833"/>
            <a:ext cx="1299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Notebook</a:t>
            </a:r>
          </a:p>
          <a:p>
            <a:r>
              <a:rPr lang="pt-BR" dirty="0"/>
              <a:t>I5 4gb </a:t>
            </a:r>
            <a:r>
              <a:rPr lang="pt-BR" dirty="0" err="1"/>
              <a:t>Ram</a:t>
            </a:r>
            <a:r>
              <a:rPr lang="pt-BR" dirty="0"/>
              <a:t>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4570CB-BC78-4052-9E0F-1B060A8B3BF7}"/>
              </a:ext>
            </a:extLst>
          </p:cNvPr>
          <p:cNvSpPr txBox="1"/>
          <p:nvPr/>
        </p:nvSpPr>
        <p:spPr>
          <a:xfrm>
            <a:off x="10157305" y="3996770"/>
            <a:ext cx="1752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Banda 5Mb min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CCE1DF6-460D-462D-BE7B-FBE5E854B216}"/>
              </a:ext>
            </a:extLst>
          </p:cNvPr>
          <p:cNvSpPr txBox="1"/>
          <p:nvPr/>
        </p:nvSpPr>
        <p:spPr>
          <a:xfrm>
            <a:off x="9724019" y="5934670"/>
            <a:ext cx="1626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Navegador onde site está</a:t>
            </a:r>
          </a:p>
          <a:p>
            <a:r>
              <a:rPr lang="pt-BR" dirty="0"/>
              <a:t>hospedado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6EDEA83-6B84-4CDF-A04C-88150ED12032}"/>
              </a:ext>
            </a:extLst>
          </p:cNvPr>
          <p:cNvSpPr txBox="1"/>
          <p:nvPr/>
        </p:nvSpPr>
        <p:spPr>
          <a:xfrm>
            <a:off x="6571471" y="3819607"/>
            <a:ext cx="1040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Lan WiFi Network</a:t>
            </a:r>
          </a:p>
        </p:txBody>
      </p:sp>
      <p:pic>
        <p:nvPicPr>
          <p:cNvPr id="1066" name="Picture 42" descr="Free Web Icons, 1,000+ Icons in PNG, EPS, SVG format">
            <a:extLst>
              <a:ext uri="{FF2B5EF4-FFF2-40B4-BE49-F238E27FC236}">
                <a16:creationId xmlns:a16="http://schemas.microsoft.com/office/drawing/2014/main" id="{8D92FA00-9723-4A00-BE09-C5959FEFB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318" y="6210196"/>
            <a:ext cx="613228" cy="59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Seta: Dobrada 29">
            <a:extLst>
              <a:ext uri="{FF2B5EF4-FFF2-40B4-BE49-F238E27FC236}">
                <a16:creationId xmlns:a16="http://schemas.microsoft.com/office/drawing/2014/main" id="{3C49814D-B270-495F-941E-4AF3A1133FE0}"/>
              </a:ext>
            </a:extLst>
          </p:cNvPr>
          <p:cNvSpPr/>
          <p:nvPr/>
        </p:nvSpPr>
        <p:spPr>
          <a:xfrm>
            <a:off x="1993900" y="2204480"/>
            <a:ext cx="3238379" cy="446193"/>
          </a:xfrm>
          <a:prstGeom prst="bentArrow">
            <a:avLst>
              <a:gd name="adj1" fmla="val 25000"/>
              <a:gd name="adj2" fmla="val 28827"/>
              <a:gd name="adj3" fmla="val 50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1068" name="Picture 44" descr="ícone Ligado, globo, internet, rede Livre de WHCompare Isometric ...">
            <a:extLst>
              <a:ext uri="{FF2B5EF4-FFF2-40B4-BE49-F238E27FC236}">
                <a16:creationId xmlns:a16="http://schemas.microsoft.com/office/drawing/2014/main" id="{26EAFCDF-C8D8-41B6-B618-AC0EB91B7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633" y="1962209"/>
            <a:ext cx="779956" cy="77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6F157145-322C-4101-B95E-8B9FEDFC2BF6}"/>
              </a:ext>
            </a:extLst>
          </p:cNvPr>
          <p:cNvSpPr txBox="1"/>
          <p:nvPr/>
        </p:nvSpPr>
        <p:spPr>
          <a:xfrm>
            <a:off x="5311048" y="2843767"/>
            <a:ext cx="110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Internet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56C689D-CDE0-4E65-9411-3D3156A067A8}"/>
              </a:ext>
            </a:extLst>
          </p:cNvPr>
          <p:cNvSpPr txBox="1"/>
          <p:nvPr/>
        </p:nvSpPr>
        <p:spPr>
          <a:xfrm>
            <a:off x="4258794" y="4366102"/>
            <a:ext cx="992265" cy="654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Sensor LDR</a:t>
            </a:r>
          </a:p>
        </p:txBody>
      </p:sp>
      <p:pic>
        <p:nvPicPr>
          <p:cNvPr id="1072" name="Picture 48" descr="ldr con led | Tinkercad">
            <a:extLst>
              <a:ext uri="{FF2B5EF4-FFF2-40B4-BE49-F238E27FC236}">
                <a16:creationId xmlns:a16="http://schemas.microsoft.com/office/drawing/2014/main" id="{3F72D2D4-0860-4294-8715-8199A75F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603" y="4629161"/>
            <a:ext cx="2637928" cy="244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Seta: Dobrada 34">
            <a:extLst>
              <a:ext uri="{FF2B5EF4-FFF2-40B4-BE49-F238E27FC236}">
                <a16:creationId xmlns:a16="http://schemas.microsoft.com/office/drawing/2014/main" id="{10007E10-45B4-4DC2-9DB3-00E23AE96402}"/>
              </a:ext>
            </a:extLst>
          </p:cNvPr>
          <p:cNvSpPr/>
          <p:nvPr/>
        </p:nvSpPr>
        <p:spPr>
          <a:xfrm rot="5400000">
            <a:off x="8007360" y="547179"/>
            <a:ext cx="1591963" cy="2433450"/>
          </a:xfrm>
          <a:prstGeom prst="bentArrow">
            <a:avLst>
              <a:gd name="adj1" fmla="val 7014"/>
              <a:gd name="adj2" fmla="val 10167"/>
              <a:gd name="adj3" fmla="val 14943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6" name="Seta: para Cima 35">
            <a:extLst>
              <a:ext uri="{FF2B5EF4-FFF2-40B4-BE49-F238E27FC236}">
                <a16:creationId xmlns:a16="http://schemas.microsoft.com/office/drawing/2014/main" id="{CF1D00C0-7AA5-403A-AB51-745F1B8CCBE4}"/>
              </a:ext>
            </a:extLst>
          </p:cNvPr>
          <p:cNvSpPr/>
          <p:nvPr/>
        </p:nvSpPr>
        <p:spPr>
          <a:xfrm>
            <a:off x="5705727" y="1540957"/>
            <a:ext cx="320126" cy="42125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63314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pc</dc:creator>
  <cp:lastModifiedBy>ANDRÉ MOURA DA SILVA .</cp:lastModifiedBy>
  <cp:revision>7</cp:revision>
  <dcterms:created xsi:type="dcterms:W3CDTF">2020-04-05T23:21:06Z</dcterms:created>
  <dcterms:modified xsi:type="dcterms:W3CDTF">2020-04-06T10:25:38Z</dcterms:modified>
</cp:coreProperties>
</file>