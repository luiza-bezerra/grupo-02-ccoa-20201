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08/04/2020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779" y="535274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043" y="977779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542329"/>
            <a:ext cx="6116930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53695" y="3542329"/>
            <a:ext cx="5629934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181" y="3495935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71" y="3735536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525" y="4803024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4957" y="-811503"/>
            <a:ext cx="3466180" cy="3243951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44" y="615748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19" y="613927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171090" y="42880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566039" y="4950731"/>
            <a:ext cx="129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Leitura intensidade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868431" y="6253372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Arduino Uno ATmega328 +módulo ESP8266 integrado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586831" y="4747867"/>
            <a:ext cx="1514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Desktop/Notebook</a:t>
            </a:r>
          </a:p>
          <a:p>
            <a:endParaRPr lang="pt-BR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9349103" y="4144713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10219335" y="5911358"/>
            <a:ext cx="16266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do usuário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794049" y="3769610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609" y="2268217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596104" y="2935095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5205281" y="5200164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04299" y="4463406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0546" y="5005172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LED DIM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674565" y="540003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Servidor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5CE53E4-6913-412C-A5BD-75EC8CD03145}"/>
              </a:ext>
            </a:extLst>
          </p:cNvPr>
          <p:cNvCxnSpPr>
            <a:cxnSpLocks/>
          </p:cNvCxnSpPr>
          <p:nvPr/>
        </p:nvCxnSpPr>
        <p:spPr>
          <a:xfrm>
            <a:off x="1066565" y="2339661"/>
            <a:ext cx="4529539" cy="92787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FA7B04D9-CE63-407F-8B14-D60F160AF564}"/>
              </a:ext>
            </a:extLst>
          </p:cNvPr>
          <p:cNvCxnSpPr>
            <a:cxnSpLocks/>
          </p:cNvCxnSpPr>
          <p:nvPr/>
        </p:nvCxnSpPr>
        <p:spPr>
          <a:xfrm flipV="1">
            <a:off x="6662141" y="2353366"/>
            <a:ext cx="4038768" cy="32688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1151E090-A76A-48AD-9173-3F8E7FF37AC5}"/>
              </a:ext>
            </a:extLst>
          </p:cNvPr>
          <p:cNvCxnSpPr>
            <a:cxnSpLocks/>
          </p:cNvCxnSpPr>
          <p:nvPr/>
        </p:nvCxnSpPr>
        <p:spPr>
          <a:xfrm>
            <a:off x="6094223" y="1613321"/>
            <a:ext cx="1" cy="542563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2378A75E-5EA4-4230-9FAE-6B9DA3821BE4}"/>
              </a:ext>
            </a:extLst>
          </p:cNvPr>
          <p:cNvCxnSpPr>
            <a:cxnSpLocks/>
            <a:stCxn id="1048" idx="1"/>
            <a:endCxn id="68" idx="2"/>
          </p:cNvCxnSpPr>
          <p:nvPr/>
        </p:nvCxnSpPr>
        <p:spPr>
          <a:xfrm flipH="1" flipV="1">
            <a:off x="633563" y="3456509"/>
            <a:ext cx="1609008" cy="74705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B6A5F338-DD99-4E3B-9CCF-F53F2D10EA5D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>
            <a:off x="9328897" y="3542329"/>
            <a:ext cx="1792756" cy="473964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Picture 2" descr="Antena Parabólica Espelho - Gráfico vetorial grátis no Pixabay">
            <a:extLst>
              <a:ext uri="{FF2B5EF4-FFF2-40B4-BE49-F238E27FC236}">
                <a16:creationId xmlns:a16="http://schemas.microsoft.com/office/drawing/2014/main" id="{7AECE469-6ACC-49EC-955B-8A937406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88" y="2273799"/>
            <a:ext cx="978949" cy="118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tena Parabólica Espelho - Gráfico vetorial grátis no Pixabay">
            <a:extLst>
              <a:ext uri="{FF2B5EF4-FFF2-40B4-BE49-F238E27FC236}">
                <a16:creationId xmlns:a16="http://schemas.microsoft.com/office/drawing/2014/main" id="{F7A2D5A1-15D6-479E-BA5E-49961C85C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700909" y="2155884"/>
            <a:ext cx="988593" cy="13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4" name="Conector de Seta Reta 113">
            <a:extLst>
              <a:ext uri="{FF2B5EF4-FFF2-40B4-BE49-F238E27FC236}">
                <a16:creationId xmlns:a16="http://schemas.microsoft.com/office/drawing/2014/main" id="{31B5D0A8-D579-4AFC-8983-C4EE98DC7A6C}"/>
              </a:ext>
            </a:extLst>
          </p:cNvPr>
          <p:cNvCxnSpPr>
            <a:cxnSpLocks/>
            <a:stCxn id="3" idx="3"/>
            <a:endCxn id="1072" idx="1"/>
          </p:cNvCxnSpPr>
          <p:nvPr/>
        </p:nvCxnSpPr>
        <p:spPr>
          <a:xfrm>
            <a:off x="1229070" y="5684980"/>
            <a:ext cx="2075229" cy="0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5" name="Picture 6" descr="internet-explorer-logo-ie-logo-7 - PNG - Download de Logotipos">
            <a:extLst>
              <a:ext uri="{FF2B5EF4-FFF2-40B4-BE49-F238E27FC236}">
                <a16:creationId xmlns:a16="http://schemas.microsoft.com/office/drawing/2014/main" id="{4367A650-6C56-4EE3-AE20-F2C490A17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2" y="6057317"/>
            <a:ext cx="732473" cy="7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77099C-8ED9-41E6-9B3F-49124A0BB572}"/>
              </a:ext>
            </a:extLst>
          </p:cNvPr>
          <p:cNvSpPr txBox="1"/>
          <p:nvPr/>
        </p:nvSpPr>
        <p:spPr>
          <a:xfrm>
            <a:off x="8081925" y="3054046"/>
            <a:ext cx="2049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do usuário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09AAF9-05E5-49A0-8F57-809F72A0FC81}"/>
              </a:ext>
            </a:extLst>
          </p:cNvPr>
          <p:cNvSpPr txBox="1"/>
          <p:nvPr/>
        </p:nvSpPr>
        <p:spPr>
          <a:xfrm>
            <a:off x="2026314" y="3072357"/>
            <a:ext cx="2097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da solução</a:t>
            </a:r>
          </a:p>
        </p:txBody>
      </p:sp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35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ANDRÉ MOURA DA SILVA .</cp:lastModifiedBy>
  <cp:revision>19</cp:revision>
  <dcterms:created xsi:type="dcterms:W3CDTF">2020-04-05T23:21:06Z</dcterms:created>
  <dcterms:modified xsi:type="dcterms:W3CDTF">2020-04-08T19:52:39Z</dcterms:modified>
</cp:coreProperties>
</file>