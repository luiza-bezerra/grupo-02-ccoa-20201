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013" autoAdjust="0"/>
    <p:restoredTop sz="94660"/>
  </p:normalViewPr>
  <p:slideViewPr>
    <p:cSldViewPr snapToGrid="0">
      <p:cViewPr varScale="1">
        <p:scale>
          <a:sx n="76" d="100"/>
          <a:sy n="76" d="100"/>
        </p:scale>
        <p:origin x="282" y="1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C479525-0EFB-4D17-84C0-9FB598ACD4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C486B343-A01B-4901-91AC-FB260AEAAFF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A6E313C-ADA7-4327-AB19-1CAA9C7A1F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24C99E-1E2C-46C7-9544-CFE55FE760E5}" type="datetimeFigureOut">
              <a:rPr lang="pt-BR" smtClean="0"/>
              <a:t>26/06/2020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2246334E-6F7B-42C1-8AA0-7AE66D7733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9E038436-5D87-441D-AC3A-8D4600A370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EDBEC5-4D46-4D4C-AB80-816C94D07B2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581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92619AB-7800-4F36-9174-8928D7EC40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CE88ED1-24D7-49D8-9D1F-54C2D797B3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D69707A-F20B-489A-8A5B-0C41580A65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24C99E-1E2C-46C7-9544-CFE55FE760E5}" type="datetimeFigureOut">
              <a:rPr lang="pt-BR" smtClean="0"/>
              <a:t>26/06/2020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DAB5D077-9553-4689-A63B-D49F560554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D1E9299F-5DF5-4FD9-9C96-93F8A6636C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EDBEC5-4D46-4D4C-AB80-816C94D07B2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1693453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2F9C6F8-F0AC-4EFC-A610-93BC2DB216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6E17FC8B-3E3D-4893-9BD9-4D5639AFA49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D9B27139-8EB0-4049-A195-9AB1990D4A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24C99E-1E2C-46C7-9544-CFE55FE760E5}" type="datetimeFigureOut">
              <a:rPr lang="pt-BR" smtClean="0"/>
              <a:t>26/06/2020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0B030BC3-2177-469C-B936-3FE85EB497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41FFAD3C-A0B7-4A16-B683-B38D859CF6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EDBEC5-4D46-4D4C-AB80-816C94D07B2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145146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32D103A-4D81-47F3-99E6-B159A7E33D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8547B89-A002-4D6A-BF58-319F328EC3E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AB8EF4A6-BF54-43D0-81E8-1863C6AA75C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295B20F6-55C1-48FD-A48D-D23447AFFD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24C99E-1E2C-46C7-9544-CFE55FE760E5}" type="datetimeFigureOut">
              <a:rPr lang="pt-BR" smtClean="0"/>
              <a:t>26/06/2020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7B11F9D2-5AB2-4A10-B235-8F276AE57C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9E1ADCCC-246C-4124-8501-ED587EC5B3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EDBEC5-4D46-4D4C-AB80-816C94D07B2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320080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F6C8A24-1E6E-4072-A13F-0BD93FF2D5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5BFFBA39-75A3-4999-AC1F-B5D1FA60E42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CCDE70C4-8F4B-4E05-8E5D-748CB927C2D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ADAF020F-2196-45E6-B777-BE687E7217F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54BBEEC6-094D-4314-8A0B-A5C4A2BEF7E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1F942876-DFAC-4169-9229-FB0AF15A33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24C99E-1E2C-46C7-9544-CFE55FE760E5}" type="datetimeFigureOut">
              <a:rPr lang="pt-BR" smtClean="0"/>
              <a:t>26/06/2020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90DB9372-1217-4DAE-B66E-4D68AD455E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1E93F1B3-299B-4BB8-B2BD-309561E2EB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EDBEC5-4D46-4D4C-AB80-816C94D07B2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756508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9B33D2D-ABB5-40CD-96D8-7CCDD39182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CCCB809A-CA7C-46ED-AA4B-F377A2C9EC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24C99E-1E2C-46C7-9544-CFE55FE760E5}" type="datetimeFigureOut">
              <a:rPr lang="pt-BR" smtClean="0"/>
              <a:t>26/06/2020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30672B28-9269-44B6-92F2-DC1FD52E2D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798F58CE-0A04-4523-AAC2-291CB0A9DC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EDBEC5-4D46-4D4C-AB80-816C94D07B2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289914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E69DA1A8-3BA5-4707-BB0A-1A6CE03B5F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24C99E-1E2C-46C7-9544-CFE55FE760E5}" type="datetimeFigureOut">
              <a:rPr lang="pt-BR" smtClean="0"/>
              <a:t>26/06/2020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E40AC35A-C36A-4BEC-8BC4-B5E7B79B93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E609FF2F-186D-45B1-9CDE-63027739DB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EDBEC5-4D46-4D4C-AB80-816C94D07B2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379289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BA2C1DA-63C8-4B86-804A-A7ED8E5886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5F7A8E2-E14C-4B5A-AF57-39D0417178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74FF4961-E6C8-41D7-A1CF-EBE5F018CC1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BDB31142-D24E-4145-8707-AEB8D92931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24C99E-1E2C-46C7-9544-CFE55FE760E5}" type="datetimeFigureOut">
              <a:rPr lang="pt-BR" smtClean="0"/>
              <a:t>26/06/2020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DD543D3B-77F0-4CA0-83EB-30552C9DB5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2BFF3CCF-838D-4C85-BC7F-9DF10CDBB5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EDBEC5-4D46-4D4C-AB80-816C94D07B2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269282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3950C17-A08F-4DCF-BB06-55815659F8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A28BA4C1-23F0-4A4D-B5D1-AC2439C4CFF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B5ABB4DF-5E6D-4906-9D0D-A3FD7C2F6E0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5C1FC905-D3BF-4C85-9134-0422907C19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24C99E-1E2C-46C7-9544-CFE55FE760E5}" type="datetimeFigureOut">
              <a:rPr lang="pt-BR" smtClean="0"/>
              <a:t>26/06/2020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2D68EFE7-8450-45C6-A74D-9D8D83E7C5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9096D832-EEAB-453F-AF27-DA4BDF961B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EDBEC5-4D46-4D4C-AB80-816C94D07B2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068654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1CC8BB5-5C11-4040-9967-4A30D518A7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871B5BEE-D81E-4D04-B673-CE3F2B8A52A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6E304D35-2AA8-4DF0-9494-38C9E35938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24C99E-1E2C-46C7-9544-CFE55FE760E5}" type="datetimeFigureOut">
              <a:rPr lang="pt-BR" smtClean="0"/>
              <a:t>26/06/2020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AACCCDA7-BFE9-4585-83CE-88E35ADC75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CF7CAA0B-EF46-4881-8F80-FDA3FD28E7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EDBEC5-4D46-4D4C-AB80-816C94D07B2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873799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FC52FD85-8ECC-4DB3-8EFF-8C62FE2B07A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163806F9-96A9-441F-B5E5-6F8673CAF9D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A6E76E0-D86F-4A2E-9904-D3F8908808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24C99E-1E2C-46C7-9544-CFE55FE760E5}" type="datetimeFigureOut">
              <a:rPr lang="pt-BR" smtClean="0"/>
              <a:t>26/06/2020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86EE2297-02E8-43ED-9FAD-21C5864B6D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5AC08A16-DC00-447C-8FE5-90D3F22BCB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EDBEC5-4D46-4D4C-AB80-816C94D07B2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13158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7AEE1422-7295-419D-B9A6-37B2D6A835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7893728E-9758-4646-A3AB-3765F5977BD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84D3F5AF-A088-4C9F-AB19-80B5985E09C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124C99E-1E2C-46C7-9544-CFE55FE760E5}" type="datetimeFigureOut">
              <a:rPr lang="pt-BR" smtClean="0"/>
              <a:t>26/06/2020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AE32A6A3-1011-4F6A-ABA1-13921ADC939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D62F8D97-D969-47CB-9D3E-5F196178AFB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2EDBEC5-4D46-4D4C-AB80-816C94D07B2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214388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18" Type="http://schemas.openxmlformats.org/officeDocument/2006/relationships/image" Target="../media/image1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17" Type="http://schemas.openxmlformats.org/officeDocument/2006/relationships/image" Target="../media/image16.png"/><Relationship Id="rId2" Type="http://schemas.openxmlformats.org/officeDocument/2006/relationships/image" Target="../media/image1.png"/><Relationship Id="rId16" Type="http://schemas.openxmlformats.org/officeDocument/2006/relationships/image" Target="../media/image1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5" Type="http://schemas.openxmlformats.org/officeDocument/2006/relationships/image" Target="../media/image1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m 8">
            <a:extLst>
              <a:ext uri="{FF2B5EF4-FFF2-40B4-BE49-F238E27FC236}">
                <a16:creationId xmlns:a16="http://schemas.microsoft.com/office/drawing/2014/main" id="{B7F698AC-73D4-4DA3-9E78-8C2A159105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250" y="1004006"/>
            <a:ext cx="654966" cy="476659"/>
          </a:xfrm>
          <a:prstGeom prst="rect">
            <a:avLst/>
          </a:prstGeom>
        </p:spPr>
      </p:pic>
      <p:pic>
        <p:nvPicPr>
          <p:cNvPr id="12" name="Imagem 11">
            <a:extLst>
              <a:ext uri="{FF2B5EF4-FFF2-40B4-BE49-F238E27FC236}">
                <a16:creationId xmlns:a16="http://schemas.microsoft.com/office/drawing/2014/main" id="{5E1EFA95-3C52-47EA-992E-33C04855DFBC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6075" t="12451" r="6001"/>
          <a:stretch/>
        </p:blipFill>
        <p:spPr>
          <a:xfrm>
            <a:off x="6886292" y="1562545"/>
            <a:ext cx="452042" cy="359325"/>
          </a:xfrm>
          <a:prstGeom prst="rect">
            <a:avLst/>
          </a:prstGeom>
        </p:spPr>
      </p:pic>
      <p:pic>
        <p:nvPicPr>
          <p:cNvPr id="7" name="Imagem 6">
            <a:extLst>
              <a:ext uri="{FF2B5EF4-FFF2-40B4-BE49-F238E27FC236}">
                <a16:creationId xmlns:a16="http://schemas.microsoft.com/office/drawing/2014/main" id="{CBA106DF-300C-4FEB-B3ED-54E0D1E82F0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01691" y="1372050"/>
            <a:ext cx="580110" cy="580110"/>
          </a:xfrm>
          <a:prstGeom prst="rect">
            <a:avLst/>
          </a:prstGeom>
        </p:spPr>
      </p:pic>
      <p:pic>
        <p:nvPicPr>
          <p:cNvPr id="1026" name="Picture 2" descr="Icone banco de dados png 3 » PNG Image">
            <a:extLst>
              <a:ext uri="{FF2B5EF4-FFF2-40B4-BE49-F238E27FC236}">
                <a16:creationId xmlns:a16="http://schemas.microsoft.com/office/drawing/2014/main" id="{795B024C-312C-4FB0-A79F-7BAAC740394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93280" y="925803"/>
            <a:ext cx="787483" cy="7874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>
            <a:extLst>
              <a:ext uri="{FF2B5EF4-FFF2-40B4-BE49-F238E27FC236}">
                <a16:creationId xmlns:a16="http://schemas.microsoft.com/office/drawing/2014/main" id="{2DF5B61B-7BDB-48AF-825D-3C3707E2F4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40479" y="1056902"/>
            <a:ext cx="1193006" cy="3449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6" name="Picture 22" descr="Ícone de traço colorido de roteador - Baixar PNG/SVG Transparente">
            <a:extLst>
              <a:ext uri="{FF2B5EF4-FFF2-40B4-BE49-F238E27FC236}">
                <a16:creationId xmlns:a16="http://schemas.microsoft.com/office/drawing/2014/main" id="{621AAB40-F429-4FE8-9DA5-CABB0B49CAE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28409" y="2216742"/>
            <a:ext cx="1040716" cy="10407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8" name="Picture 24" descr="Ícone de traço colorido de roteador - Baixar PNG/SVG Transparente">
            <a:extLst>
              <a:ext uri="{FF2B5EF4-FFF2-40B4-BE49-F238E27FC236}">
                <a16:creationId xmlns:a16="http://schemas.microsoft.com/office/drawing/2014/main" id="{9A30046C-9151-423C-9F5F-3A3FB3A8D87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9865" y="2432448"/>
            <a:ext cx="936058" cy="9360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8" name="Picture 20" descr="Curso de computador - Baixar PNG/SVG Transparente">
            <a:extLst>
              <a:ext uri="{FF2B5EF4-FFF2-40B4-BE49-F238E27FC236}">
                <a16:creationId xmlns:a16="http://schemas.microsoft.com/office/drawing/2014/main" id="{CF37C827-A83C-40D5-ABC2-1B84FC00E12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41418" y="3572561"/>
            <a:ext cx="1299305" cy="12993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AutoShape 32">
            <a:extLst>
              <a:ext uri="{FF2B5EF4-FFF2-40B4-BE49-F238E27FC236}">
                <a16:creationId xmlns:a16="http://schemas.microsoft.com/office/drawing/2014/main" id="{F1CE5AC3-EE08-4FEE-9937-8142155B031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pic>
        <p:nvPicPr>
          <p:cNvPr id="21" name="Imagem 20" descr="Fundo preto com letras brancas&#10;&#10;Descrição gerada automaticamente">
            <a:extLst>
              <a:ext uri="{FF2B5EF4-FFF2-40B4-BE49-F238E27FC236}">
                <a16:creationId xmlns:a16="http://schemas.microsoft.com/office/drawing/2014/main" id="{50C8FA6E-AE8D-468D-A6DC-D2DFB03FD35D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87165" y="-1145809"/>
            <a:ext cx="4768384" cy="4462665"/>
          </a:xfrm>
          <a:prstGeom prst="rect">
            <a:avLst/>
          </a:prstGeom>
        </p:spPr>
      </p:pic>
      <p:pic>
        <p:nvPicPr>
          <p:cNvPr id="1060" name="Picture 36" descr="Google Chrome Logotipo Navegador - Gráfico vetorial grátis no Pixabay">
            <a:extLst>
              <a:ext uri="{FF2B5EF4-FFF2-40B4-BE49-F238E27FC236}">
                <a16:creationId xmlns:a16="http://schemas.microsoft.com/office/drawing/2014/main" id="{E653D5E2-C9D0-408E-96DB-135EDF601BD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28951" y="4124572"/>
            <a:ext cx="596999" cy="5969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62" name="Picture 38" descr="Doce Sonho Alado :.: Mozilla Firefox">
            <a:extLst>
              <a:ext uri="{FF2B5EF4-FFF2-40B4-BE49-F238E27FC236}">
                <a16:creationId xmlns:a16="http://schemas.microsoft.com/office/drawing/2014/main" id="{5FDB14D1-CE82-4C5A-90F9-10F5EC48679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28951" y="5040291"/>
            <a:ext cx="660809" cy="6334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2" name="CaixaDeTexto 21">
            <a:extLst>
              <a:ext uri="{FF2B5EF4-FFF2-40B4-BE49-F238E27FC236}">
                <a16:creationId xmlns:a16="http://schemas.microsoft.com/office/drawing/2014/main" id="{1371B407-FE40-44B5-B500-A4667E8030DB}"/>
              </a:ext>
            </a:extLst>
          </p:cNvPr>
          <p:cNvSpPr txBox="1"/>
          <p:nvPr/>
        </p:nvSpPr>
        <p:spPr>
          <a:xfrm>
            <a:off x="1746787" y="2609107"/>
            <a:ext cx="17909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Roteador WiFi</a:t>
            </a:r>
          </a:p>
        </p:txBody>
      </p:sp>
      <p:sp>
        <p:nvSpPr>
          <p:cNvPr id="23" name="CaixaDeTexto 22">
            <a:extLst>
              <a:ext uri="{FF2B5EF4-FFF2-40B4-BE49-F238E27FC236}">
                <a16:creationId xmlns:a16="http://schemas.microsoft.com/office/drawing/2014/main" id="{7A50F01C-B5C0-44C5-841A-7817CE3A249C}"/>
              </a:ext>
            </a:extLst>
          </p:cNvPr>
          <p:cNvSpPr txBox="1"/>
          <p:nvPr/>
        </p:nvSpPr>
        <p:spPr>
          <a:xfrm>
            <a:off x="758397" y="3639393"/>
            <a:ext cx="129495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Leitura intensidade</a:t>
            </a:r>
          </a:p>
        </p:txBody>
      </p:sp>
      <p:sp>
        <p:nvSpPr>
          <p:cNvPr id="24" name="CaixaDeTexto 23">
            <a:extLst>
              <a:ext uri="{FF2B5EF4-FFF2-40B4-BE49-F238E27FC236}">
                <a16:creationId xmlns:a16="http://schemas.microsoft.com/office/drawing/2014/main" id="{CA542F15-CC0E-4B72-BFDD-00C8997D917A}"/>
              </a:ext>
            </a:extLst>
          </p:cNvPr>
          <p:cNvSpPr txBox="1"/>
          <p:nvPr/>
        </p:nvSpPr>
        <p:spPr>
          <a:xfrm>
            <a:off x="92504" y="5983792"/>
            <a:ext cx="305396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dirty="0"/>
              <a:t>Arduino Uno ATmega328 +módulo ESP8266 integrado</a:t>
            </a:r>
          </a:p>
        </p:txBody>
      </p:sp>
      <p:sp>
        <p:nvSpPr>
          <p:cNvPr id="25" name="CaixaDeTexto 24">
            <a:extLst>
              <a:ext uri="{FF2B5EF4-FFF2-40B4-BE49-F238E27FC236}">
                <a16:creationId xmlns:a16="http://schemas.microsoft.com/office/drawing/2014/main" id="{BB1FBAB9-CAF1-45FD-843E-70B31324308A}"/>
              </a:ext>
            </a:extLst>
          </p:cNvPr>
          <p:cNvSpPr txBox="1"/>
          <p:nvPr/>
        </p:nvSpPr>
        <p:spPr>
          <a:xfrm>
            <a:off x="10481717" y="5013694"/>
            <a:ext cx="151496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Desktop/Notebook</a:t>
            </a:r>
          </a:p>
          <a:p>
            <a:endParaRPr lang="pt-BR" dirty="0"/>
          </a:p>
        </p:txBody>
      </p:sp>
      <p:sp>
        <p:nvSpPr>
          <p:cNvPr id="26" name="CaixaDeTexto 25">
            <a:extLst>
              <a:ext uri="{FF2B5EF4-FFF2-40B4-BE49-F238E27FC236}">
                <a16:creationId xmlns:a16="http://schemas.microsoft.com/office/drawing/2014/main" id="{F84570CB-BC78-4052-9E0F-1B060A8B3BF7}"/>
              </a:ext>
            </a:extLst>
          </p:cNvPr>
          <p:cNvSpPr txBox="1"/>
          <p:nvPr/>
        </p:nvSpPr>
        <p:spPr>
          <a:xfrm>
            <a:off x="10189517" y="1541046"/>
            <a:ext cx="17523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Banda 5Mb min</a:t>
            </a:r>
          </a:p>
        </p:txBody>
      </p:sp>
      <p:sp>
        <p:nvSpPr>
          <p:cNvPr id="27" name="CaixaDeTexto 26">
            <a:extLst>
              <a:ext uri="{FF2B5EF4-FFF2-40B4-BE49-F238E27FC236}">
                <a16:creationId xmlns:a16="http://schemas.microsoft.com/office/drawing/2014/main" id="{9CCE1DF6-460D-462D-BE7B-FBE5E854B216}"/>
              </a:ext>
            </a:extLst>
          </p:cNvPr>
          <p:cNvSpPr txBox="1"/>
          <p:nvPr/>
        </p:nvSpPr>
        <p:spPr>
          <a:xfrm>
            <a:off x="8331680" y="3894746"/>
            <a:ext cx="162664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Navegador do usuário</a:t>
            </a:r>
          </a:p>
        </p:txBody>
      </p:sp>
      <p:sp>
        <p:nvSpPr>
          <p:cNvPr id="29" name="CaixaDeTexto 28">
            <a:extLst>
              <a:ext uri="{FF2B5EF4-FFF2-40B4-BE49-F238E27FC236}">
                <a16:creationId xmlns:a16="http://schemas.microsoft.com/office/drawing/2014/main" id="{86EDEA83-6B84-4CDF-A04C-88150ED12032}"/>
              </a:ext>
            </a:extLst>
          </p:cNvPr>
          <p:cNvSpPr txBox="1"/>
          <p:nvPr/>
        </p:nvSpPr>
        <p:spPr>
          <a:xfrm>
            <a:off x="10743424" y="705234"/>
            <a:ext cx="104071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Lan WiFi Network</a:t>
            </a:r>
          </a:p>
        </p:txBody>
      </p:sp>
      <p:pic>
        <p:nvPicPr>
          <p:cNvPr id="1066" name="Picture 42" descr="Free Web Icons, 1,000+ Icons in PNG, EPS, SVG format">
            <a:extLst>
              <a:ext uri="{FF2B5EF4-FFF2-40B4-BE49-F238E27FC236}">
                <a16:creationId xmlns:a16="http://schemas.microsoft.com/office/drawing/2014/main" id="{8D92FA00-9723-4A00-BE09-C5959FEFB2E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72065" y="3064947"/>
            <a:ext cx="613228" cy="5969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2" name="CaixaDeTexto 31">
            <a:extLst>
              <a:ext uri="{FF2B5EF4-FFF2-40B4-BE49-F238E27FC236}">
                <a16:creationId xmlns:a16="http://schemas.microsoft.com/office/drawing/2014/main" id="{6F157145-322C-4101-B95E-8B9FEDFC2BF6}"/>
              </a:ext>
            </a:extLst>
          </p:cNvPr>
          <p:cNvSpPr txBox="1"/>
          <p:nvPr/>
        </p:nvSpPr>
        <p:spPr>
          <a:xfrm>
            <a:off x="5571540" y="3644191"/>
            <a:ext cx="11094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Internet</a:t>
            </a:r>
          </a:p>
        </p:txBody>
      </p:sp>
      <p:sp>
        <p:nvSpPr>
          <p:cNvPr id="33" name="CaixaDeTexto 32">
            <a:extLst>
              <a:ext uri="{FF2B5EF4-FFF2-40B4-BE49-F238E27FC236}">
                <a16:creationId xmlns:a16="http://schemas.microsoft.com/office/drawing/2014/main" id="{A56C689D-CDE0-4E65-9411-3D3156A067A8}"/>
              </a:ext>
            </a:extLst>
          </p:cNvPr>
          <p:cNvSpPr txBox="1"/>
          <p:nvPr/>
        </p:nvSpPr>
        <p:spPr>
          <a:xfrm>
            <a:off x="87512" y="4119500"/>
            <a:ext cx="992265" cy="6542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Sensor LDR</a:t>
            </a:r>
          </a:p>
        </p:txBody>
      </p:sp>
      <p:pic>
        <p:nvPicPr>
          <p:cNvPr id="1072" name="Picture 48" descr="ldr con led | Tinkercad">
            <a:extLst>
              <a:ext uri="{FF2B5EF4-FFF2-40B4-BE49-F238E27FC236}">
                <a16:creationId xmlns:a16="http://schemas.microsoft.com/office/drawing/2014/main" id="{3F72D2D4-0860-4294-8715-8199A75F617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505"/>
          <a:stretch/>
        </p:blipFill>
        <p:spPr bwMode="auto">
          <a:xfrm>
            <a:off x="84026" y="4217912"/>
            <a:ext cx="1991502" cy="23195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Imagem 2" descr="Original file ‎ (SVG file, nominally 100 × 100 pixels ..."/>
          <p:cNvPicPr>
            <a:picLocks noChangeAspect="1"/>
          </p:cNvPicPr>
          <p:nvPr/>
        </p:nvPicPr>
        <p:blipFill>
          <a:blip r:embed="rId15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64549" y="3472056"/>
            <a:ext cx="1359616" cy="1359616"/>
          </a:xfrm>
          <a:prstGeom prst="rect">
            <a:avLst/>
          </a:prstGeom>
        </p:spPr>
      </p:pic>
      <p:sp>
        <p:nvSpPr>
          <p:cNvPr id="37" name="CaixaDeTexto 36">
            <a:extLst>
              <a:ext uri="{FF2B5EF4-FFF2-40B4-BE49-F238E27FC236}">
                <a16:creationId xmlns:a16="http://schemas.microsoft.com/office/drawing/2014/main" id="{7A50F01C-B5C0-44C5-841A-7817CE3A249C}"/>
              </a:ext>
            </a:extLst>
          </p:cNvPr>
          <p:cNvSpPr txBox="1"/>
          <p:nvPr/>
        </p:nvSpPr>
        <p:spPr>
          <a:xfrm>
            <a:off x="-28542" y="2867228"/>
            <a:ext cx="9998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LED DIM</a:t>
            </a:r>
          </a:p>
        </p:txBody>
      </p:sp>
      <p:sp>
        <p:nvSpPr>
          <p:cNvPr id="34" name="CaixaDeTexto 33">
            <a:extLst>
              <a:ext uri="{FF2B5EF4-FFF2-40B4-BE49-F238E27FC236}">
                <a16:creationId xmlns:a16="http://schemas.microsoft.com/office/drawing/2014/main" id="{1371B407-FE40-44B5-B500-A4667E8030DB}"/>
              </a:ext>
            </a:extLst>
          </p:cNvPr>
          <p:cNvSpPr txBox="1"/>
          <p:nvPr/>
        </p:nvSpPr>
        <p:spPr>
          <a:xfrm>
            <a:off x="5514578" y="679895"/>
            <a:ext cx="1525124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200" b="1" dirty="0">
                <a:latin typeface="Arial" panose="020B0604020202020204" pitchFamily="34" charset="0"/>
                <a:cs typeface="Arial" panose="020B0604020202020204" pitchFamily="34" charset="0"/>
              </a:rPr>
              <a:t>Servidor</a:t>
            </a:r>
          </a:p>
        </p:txBody>
      </p:sp>
      <p:cxnSp>
        <p:nvCxnSpPr>
          <p:cNvPr id="11" name="Conector de Seta Reta 10">
            <a:extLst>
              <a:ext uri="{FF2B5EF4-FFF2-40B4-BE49-F238E27FC236}">
                <a16:creationId xmlns:a16="http://schemas.microsoft.com/office/drawing/2014/main" id="{A5CE53E4-6913-412C-A5BD-75EC8CD03145}"/>
              </a:ext>
            </a:extLst>
          </p:cNvPr>
          <p:cNvCxnSpPr>
            <a:cxnSpLocks/>
            <a:stCxn id="68" idx="3"/>
            <a:endCxn id="1066" idx="1"/>
          </p:cNvCxnSpPr>
          <p:nvPr/>
        </p:nvCxnSpPr>
        <p:spPr>
          <a:xfrm>
            <a:off x="3048976" y="1551151"/>
            <a:ext cx="2723089" cy="1812296"/>
          </a:xfrm>
          <a:prstGeom prst="straightConnector1">
            <a:avLst/>
          </a:prstGeom>
          <a:ln w="49530" cap="flat" cmpd="sng" algn="ctr">
            <a:solidFill>
              <a:schemeClr val="bg2">
                <a:lumMod val="25000"/>
              </a:schemeClr>
            </a:solidFill>
            <a:prstDash val="sysDash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49" name="Conector de Seta Reta 48">
            <a:extLst>
              <a:ext uri="{FF2B5EF4-FFF2-40B4-BE49-F238E27FC236}">
                <a16:creationId xmlns:a16="http://schemas.microsoft.com/office/drawing/2014/main" id="{FA7B04D9-CE63-407F-8B14-D60F160AF564}"/>
              </a:ext>
            </a:extLst>
          </p:cNvPr>
          <p:cNvCxnSpPr>
            <a:cxnSpLocks/>
            <a:stCxn id="1066" idx="3"/>
            <a:endCxn id="1028" idx="3"/>
          </p:cNvCxnSpPr>
          <p:nvPr/>
        </p:nvCxnSpPr>
        <p:spPr>
          <a:xfrm flipV="1">
            <a:off x="6385293" y="1528736"/>
            <a:ext cx="2466010" cy="1834711"/>
          </a:xfrm>
          <a:prstGeom prst="straightConnector1">
            <a:avLst/>
          </a:prstGeom>
          <a:ln w="49530" cap="flat" cmpd="sng" algn="ctr">
            <a:solidFill>
              <a:schemeClr val="bg2">
                <a:lumMod val="25000"/>
              </a:schemeClr>
            </a:solidFill>
            <a:prstDash val="sysDash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52" name="Conector de Seta Reta 51">
            <a:extLst>
              <a:ext uri="{FF2B5EF4-FFF2-40B4-BE49-F238E27FC236}">
                <a16:creationId xmlns:a16="http://schemas.microsoft.com/office/drawing/2014/main" id="{1151E090-A76A-48AD-9173-3F8E7FF37AC5}"/>
              </a:ext>
            </a:extLst>
          </p:cNvPr>
          <p:cNvCxnSpPr>
            <a:cxnSpLocks/>
          </p:cNvCxnSpPr>
          <p:nvPr/>
        </p:nvCxnSpPr>
        <p:spPr>
          <a:xfrm>
            <a:off x="6064852" y="2216742"/>
            <a:ext cx="0" cy="835152"/>
          </a:xfrm>
          <a:prstGeom prst="straightConnector1">
            <a:avLst/>
          </a:prstGeom>
          <a:ln w="49530" cap="flat" cmpd="sng" algn="ctr">
            <a:solidFill>
              <a:schemeClr val="bg2">
                <a:lumMod val="25000"/>
              </a:schemeClr>
            </a:solidFill>
            <a:prstDash val="sysDash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66" name="Conector de Seta Reta 65">
            <a:extLst>
              <a:ext uri="{FF2B5EF4-FFF2-40B4-BE49-F238E27FC236}">
                <a16:creationId xmlns:a16="http://schemas.microsoft.com/office/drawing/2014/main" id="{2378A75E-5EA4-4230-9FAE-6B9DA3821BE4}"/>
              </a:ext>
            </a:extLst>
          </p:cNvPr>
          <p:cNvCxnSpPr>
            <a:cxnSpLocks/>
            <a:stCxn id="1048" idx="0"/>
            <a:endCxn id="68" idx="1"/>
          </p:cNvCxnSpPr>
          <p:nvPr/>
        </p:nvCxnSpPr>
        <p:spPr>
          <a:xfrm flipV="1">
            <a:off x="1237894" y="1551151"/>
            <a:ext cx="832133" cy="881297"/>
          </a:xfrm>
          <a:prstGeom prst="straightConnector1">
            <a:avLst/>
          </a:prstGeom>
          <a:ln w="49530" cap="flat" cmpd="sng" algn="ctr">
            <a:solidFill>
              <a:schemeClr val="bg2">
                <a:lumMod val="25000"/>
              </a:schemeClr>
            </a:solidFill>
            <a:prstDash val="sysDash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74" name="Conector de Seta Reta 73">
            <a:extLst>
              <a:ext uri="{FF2B5EF4-FFF2-40B4-BE49-F238E27FC236}">
                <a16:creationId xmlns:a16="http://schemas.microsoft.com/office/drawing/2014/main" id="{B6A5F338-DD99-4E3B-9CCF-F53F2D10EA5D}"/>
              </a:ext>
            </a:extLst>
          </p:cNvPr>
          <p:cNvCxnSpPr>
            <a:cxnSpLocks/>
            <a:stCxn id="1028" idx="1"/>
            <a:endCxn id="1046" idx="1"/>
          </p:cNvCxnSpPr>
          <p:nvPr/>
        </p:nvCxnSpPr>
        <p:spPr>
          <a:xfrm>
            <a:off x="9839896" y="1528736"/>
            <a:ext cx="688513" cy="1208364"/>
          </a:xfrm>
          <a:prstGeom prst="straightConnector1">
            <a:avLst/>
          </a:prstGeom>
          <a:ln w="49530" cap="flat" cmpd="sng" algn="ctr">
            <a:solidFill>
              <a:schemeClr val="bg2">
                <a:lumMod val="25000"/>
              </a:schemeClr>
            </a:solidFill>
            <a:prstDash val="sysDash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68" name="Picture 2" descr="Antena Parabólica Espelho - Gráfico vetorial grátis no Pixabay">
            <a:extLst>
              <a:ext uri="{FF2B5EF4-FFF2-40B4-BE49-F238E27FC236}">
                <a16:creationId xmlns:a16="http://schemas.microsoft.com/office/drawing/2014/main" id="{7AECE469-6ACC-49EC-955B-8A9374069B1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70027" y="959796"/>
            <a:ext cx="978949" cy="11827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Antena Parabólica Espelho - Gráfico vetorial grátis no Pixabay">
            <a:extLst>
              <a:ext uri="{FF2B5EF4-FFF2-40B4-BE49-F238E27FC236}">
                <a16:creationId xmlns:a16="http://schemas.microsoft.com/office/drawing/2014/main" id="{F7A2D5A1-15D6-479E-BA5E-49961C85CF0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8851303" y="863280"/>
            <a:ext cx="988593" cy="13309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14" name="Conector de Seta Reta 113">
            <a:extLst>
              <a:ext uri="{FF2B5EF4-FFF2-40B4-BE49-F238E27FC236}">
                <a16:creationId xmlns:a16="http://schemas.microsoft.com/office/drawing/2014/main" id="{31B5D0A8-D579-4AFC-8983-C4EE98DC7A6C}"/>
              </a:ext>
            </a:extLst>
          </p:cNvPr>
          <p:cNvCxnSpPr>
            <a:cxnSpLocks/>
            <a:stCxn id="3" idx="2"/>
            <a:endCxn id="1072" idx="3"/>
          </p:cNvCxnSpPr>
          <p:nvPr/>
        </p:nvCxnSpPr>
        <p:spPr>
          <a:xfrm flipH="1">
            <a:off x="2075528" y="4831672"/>
            <a:ext cx="768829" cy="546016"/>
          </a:xfrm>
          <a:prstGeom prst="straightConnector1">
            <a:avLst/>
          </a:prstGeom>
          <a:ln w="49530" cap="flat" cmpd="sng" algn="ctr">
            <a:solidFill>
              <a:schemeClr val="bg2">
                <a:lumMod val="25000"/>
              </a:schemeClr>
            </a:solidFill>
            <a:prstDash val="sysDash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115" name="Picture 6" descr="internet-explorer-logo-ie-logo-7 - PNG - Download de Logotipos">
            <a:extLst>
              <a:ext uri="{FF2B5EF4-FFF2-40B4-BE49-F238E27FC236}">
                <a16:creationId xmlns:a16="http://schemas.microsoft.com/office/drawing/2014/main" id="{4367A650-6C56-4EE3-AE20-F2C490A174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98602" y="3097433"/>
            <a:ext cx="732473" cy="7237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3F77099C-8ED9-41E6-9B3F-49124A0BB572}"/>
              </a:ext>
            </a:extLst>
          </p:cNvPr>
          <p:cNvSpPr txBox="1"/>
          <p:nvPr/>
        </p:nvSpPr>
        <p:spPr>
          <a:xfrm>
            <a:off x="8951800" y="74932"/>
            <a:ext cx="287591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200" b="1" dirty="0">
                <a:latin typeface="Arial" panose="020B0604020202020204" pitchFamily="34" charset="0"/>
                <a:cs typeface="Arial" panose="020B0604020202020204" pitchFamily="34" charset="0"/>
              </a:rPr>
              <a:t>Camada do Usuário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7C09AAF9-05E5-49A0-8F57-809F72A0FC81}"/>
              </a:ext>
            </a:extLst>
          </p:cNvPr>
          <p:cNvSpPr txBox="1"/>
          <p:nvPr/>
        </p:nvSpPr>
        <p:spPr>
          <a:xfrm>
            <a:off x="384385" y="68427"/>
            <a:ext cx="313977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200" b="1" dirty="0">
                <a:latin typeface="Arial" panose="020B0604020202020204" pitchFamily="34" charset="0"/>
                <a:cs typeface="Arial" panose="020B0604020202020204" pitchFamily="34" charset="0"/>
              </a:rPr>
              <a:t>Camada da solução</a:t>
            </a: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69CEB80A-DEAF-4384-A92D-5616AA334E03}"/>
              </a:ext>
            </a:extLst>
          </p:cNvPr>
          <p:cNvSpPr txBox="1"/>
          <p:nvPr/>
        </p:nvSpPr>
        <p:spPr>
          <a:xfrm>
            <a:off x="10180149" y="5929413"/>
            <a:ext cx="175234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Notebook HP 246 G6 I3 4GB HD 500GB W10</a:t>
            </a:r>
            <a:endParaRPr lang="pt-BR" sz="1600" dirty="0"/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472B99E2-A9F6-439F-9C8C-712A199D493A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5694155" y="1349096"/>
            <a:ext cx="1031023" cy="580110"/>
          </a:xfrm>
          <a:prstGeom prst="rect">
            <a:avLst/>
          </a:prstGeom>
        </p:spPr>
      </p:pic>
      <p:pic>
        <p:nvPicPr>
          <p:cNvPr id="43" name="Imagem 42">
            <a:extLst>
              <a:ext uri="{FF2B5EF4-FFF2-40B4-BE49-F238E27FC236}">
                <a16:creationId xmlns:a16="http://schemas.microsoft.com/office/drawing/2014/main" id="{980070FF-3E24-4663-8E0F-27A00D2E0EBF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0982600" y="3671417"/>
            <a:ext cx="1031023" cy="515825"/>
          </a:xfrm>
          <a:prstGeom prst="rect">
            <a:avLst/>
          </a:prstGeom>
        </p:spPr>
      </p:pic>
      <p:sp>
        <p:nvSpPr>
          <p:cNvPr id="5" name="Retângulo: Cantos Arredondados 4">
            <a:extLst>
              <a:ext uri="{FF2B5EF4-FFF2-40B4-BE49-F238E27FC236}">
                <a16:creationId xmlns:a16="http://schemas.microsoft.com/office/drawing/2014/main" id="{30D008AE-8943-4002-9219-C513E2E40E26}"/>
              </a:ext>
            </a:extLst>
          </p:cNvPr>
          <p:cNvSpPr/>
          <p:nvPr/>
        </p:nvSpPr>
        <p:spPr>
          <a:xfrm>
            <a:off x="854" y="0"/>
            <a:ext cx="3666955" cy="6781078"/>
          </a:xfrm>
          <a:prstGeom prst="roundRect">
            <a:avLst/>
          </a:prstGeom>
          <a:noFill/>
          <a:ln w="9525" cap="flat" cmpd="sng" algn="ctr">
            <a:solidFill>
              <a:schemeClr val="bg2">
                <a:lumMod val="10000"/>
              </a:schemeClr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46" name="Retângulo: Cantos Arredondados 45">
            <a:extLst>
              <a:ext uri="{FF2B5EF4-FFF2-40B4-BE49-F238E27FC236}">
                <a16:creationId xmlns:a16="http://schemas.microsoft.com/office/drawing/2014/main" id="{37479475-92EF-4849-AC63-775C0BAEA8E5}"/>
              </a:ext>
            </a:extLst>
          </p:cNvPr>
          <p:cNvSpPr/>
          <p:nvPr/>
        </p:nvSpPr>
        <p:spPr>
          <a:xfrm>
            <a:off x="8352656" y="0"/>
            <a:ext cx="3838490" cy="6833596"/>
          </a:xfrm>
          <a:prstGeom prst="roundRect">
            <a:avLst/>
          </a:prstGeom>
          <a:noFill/>
          <a:ln w="9525" cap="flat" cmpd="sng" algn="ctr">
            <a:solidFill>
              <a:schemeClr val="bg2">
                <a:lumMod val="10000"/>
              </a:schemeClr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06331425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83</TotalTime>
  <Words>44</Words>
  <Application>Microsoft Office PowerPoint</Application>
  <PresentationFormat>Widescreen</PresentationFormat>
  <Paragraphs>14</Paragraphs>
  <Slides>1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Tema do Office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pc</dc:creator>
  <cp:lastModifiedBy>ANDRÉ MOURA DA SILVA .</cp:lastModifiedBy>
  <cp:revision>29</cp:revision>
  <dcterms:created xsi:type="dcterms:W3CDTF">2020-04-05T23:21:06Z</dcterms:created>
  <dcterms:modified xsi:type="dcterms:W3CDTF">2020-06-26T14:34:58Z</dcterms:modified>
</cp:coreProperties>
</file>