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3" autoAdjust="0"/>
    <p:restoredTop sz="94660"/>
  </p:normalViewPr>
  <p:slideViewPr>
    <p:cSldViewPr snapToGrid="0">
      <p:cViewPr varScale="1">
        <p:scale>
          <a:sx n="73" d="100"/>
          <a:sy n="73" d="100"/>
        </p:scale>
        <p:origin x="57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C479525-0EFB-4D17-84C0-9FB598ACD4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486B343-A01B-4901-91AC-FB260AEAAF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A6E313C-ADA7-4327-AB19-1CAA9C7A1F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24C99E-1E2C-46C7-9544-CFE55FE760E5}" type="datetimeFigureOut">
              <a:rPr lang="pt-BR" smtClean="0"/>
              <a:t>06/04/2020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246334E-6F7B-42C1-8AA0-7AE66D7733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E038436-5D87-441D-AC3A-8D4600A370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EDBEC5-4D46-4D4C-AB80-816C94D07B2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581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92619AB-7800-4F36-9174-8928D7EC40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CE88ED1-24D7-49D8-9D1F-54C2D797B3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D69707A-F20B-489A-8A5B-0C41580A65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24C99E-1E2C-46C7-9544-CFE55FE760E5}" type="datetimeFigureOut">
              <a:rPr lang="pt-BR" smtClean="0"/>
              <a:t>06/04/2020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AB5D077-9553-4689-A63B-D49F56055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1E9299F-5DF5-4FD9-9C96-93F8A6636C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EDBEC5-4D46-4D4C-AB80-816C94D07B2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169345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2F9C6F8-F0AC-4EFC-A610-93BC2DB216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6E17FC8B-3E3D-4893-9BD9-4D5639AFA4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9B27139-8EB0-4049-A195-9AB1990D4A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24C99E-1E2C-46C7-9544-CFE55FE760E5}" type="datetimeFigureOut">
              <a:rPr lang="pt-BR" smtClean="0"/>
              <a:t>06/04/2020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B030BC3-2177-469C-B936-3FE85EB497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1FFAD3C-A0B7-4A16-B683-B38D859CF6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EDBEC5-4D46-4D4C-AB80-816C94D07B2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145146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32D103A-4D81-47F3-99E6-B159A7E33D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8547B89-A002-4D6A-BF58-319F328EC3E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AB8EF4A6-BF54-43D0-81E8-1863C6AA75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95B20F6-55C1-48FD-A48D-D23447AFFD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24C99E-1E2C-46C7-9544-CFE55FE760E5}" type="datetimeFigureOut">
              <a:rPr lang="pt-BR" smtClean="0"/>
              <a:t>06/04/2020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7B11F9D2-5AB2-4A10-B235-8F276AE57C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9E1ADCCC-246C-4124-8501-ED587EC5B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EDBEC5-4D46-4D4C-AB80-816C94D07B2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320080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F6C8A24-1E6E-4072-A13F-0BD93FF2D5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5BFFBA39-75A3-4999-AC1F-B5D1FA60E4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CCDE70C4-8F4B-4E05-8E5D-748CB927C2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ADAF020F-2196-45E6-B777-BE687E7217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54BBEEC6-094D-4314-8A0B-A5C4A2BEF7E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1F942876-DFAC-4169-9229-FB0AF15A33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24C99E-1E2C-46C7-9544-CFE55FE760E5}" type="datetimeFigureOut">
              <a:rPr lang="pt-BR" smtClean="0"/>
              <a:t>06/04/2020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90DB9372-1217-4DAE-B66E-4D68AD455E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1E93F1B3-299B-4BB8-B2BD-309561E2EB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EDBEC5-4D46-4D4C-AB80-816C94D07B2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756508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9B33D2D-ABB5-40CD-96D8-7CCDD3918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CCCB809A-CA7C-46ED-AA4B-F377A2C9EC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24C99E-1E2C-46C7-9544-CFE55FE760E5}" type="datetimeFigureOut">
              <a:rPr lang="pt-BR" smtClean="0"/>
              <a:t>06/04/2020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30672B28-9269-44B6-92F2-DC1FD52E2D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798F58CE-0A04-4523-AAC2-291CB0A9DC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EDBEC5-4D46-4D4C-AB80-816C94D07B2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289914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E69DA1A8-3BA5-4707-BB0A-1A6CE03B5F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24C99E-1E2C-46C7-9544-CFE55FE760E5}" type="datetimeFigureOut">
              <a:rPr lang="pt-BR" smtClean="0"/>
              <a:t>06/04/2020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E40AC35A-C36A-4BEC-8BC4-B5E7B79B93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609FF2F-186D-45B1-9CDE-63027739DB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EDBEC5-4D46-4D4C-AB80-816C94D07B2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79289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BA2C1DA-63C8-4B86-804A-A7ED8E588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5F7A8E2-E14C-4B5A-AF57-39D0417178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74FF4961-E6C8-41D7-A1CF-EBE5F018CC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BDB31142-D24E-4145-8707-AEB8D92931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24C99E-1E2C-46C7-9544-CFE55FE760E5}" type="datetimeFigureOut">
              <a:rPr lang="pt-BR" smtClean="0"/>
              <a:t>06/04/2020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DD543D3B-77F0-4CA0-83EB-30552C9DB5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2BFF3CCF-838D-4C85-BC7F-9DF10CDBB5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EDBEC5-4D46-4D4C-AB80-816C94D07B2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269282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3950C17-A08F-4DCF-BB06-55815659F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A28BA4C1-23F0-4A4D-B5D1-AC2439C4CFF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B5ABB4DF-5E6D-4906-9D0D-A3FD7C2F6E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5C1FC905-D3BF-4C85-9134-0422907C19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24C99E-1E2C-46C7-9544-CFE55FE760E5}" type="datetimeFigureOut">
              <a:rPr lang="pt-BR" smtClean="0"/>
              <a:t>06/04/2020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D68EFE7-8450-45C6-A74D-9D8D83E7C5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9096D832-EEAB-453F-AF27-DA4BDF961B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EDBEC5-4D46-4D4C-AB80-816C94D07B2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068654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1CC8BB5-5C11-4040-9967-4A30D518A7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871B5BEE-D81E-4D04-B673-CE3F2B8A52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6E304D35-2AA8-4DF0-9494-38C9E35938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24C99E-1E2C-46C7-9544-CFE55FE760E5}" type="datetimeFigureOut">
              <a:rPr lang="pt-BR" smtClean="0"/>
              <a:t>06/04/2020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ACCCDA7-BFE9-4585-83CE-88E35ADC75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F7CAA0B-EF46-4881-8F80-FDA3FD28E7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EDBEC5-4D46-4D4C-AB80-816C94D07B2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873799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FC52FD85-8ECC-4DB3-8EFF-8C62FE2B07A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163806F9-96A9-441F-B5E5-6F8673CAF9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A6E76E0-D86F-4A2E-9904-D3F8908808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24C99E-1E2C-46C7-9544-CFE55FE760E5}" type="datetimeFigureOut">
              <a:rPr lang="pt-BR" smtClean="0"/>
              <a:t>06/04/2020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6EE2297-02E8-43ED-9FAD-21C5864B6D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AC08A16-DC00-447C-8FE5-90D3F22BCB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EDBEC5-4D46-4D4C-AB80-816C94D07B2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13158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7AEE1422-7295-419D-B9A6-37B2D6A835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7893728E-9758-4646-A3AB-3765F5977B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4D3F5AF-A088-4C9F-AB19-80B5985E09C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24C99E-1E2C-46C7-9544-CFE55FE760E5}" type="datetimeFigureOut">
              <a:rPr lang="pt-BR" smtClean="0"/>
              <a:t>06/04/2020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E32A6A3-1011-4F6A-ABA1-13921ADC93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62F8D97-D969-47CB-9D3E-5F196178AF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EDBEC5-4D46-4D4C-AB80-816C94D07B2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214388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Icone banco de dados png 3 » PNG Image">
            <a:extLst>
              <a:ext uri="{FF2B5EF4-FFF2-40B4-BE49-F238E27FC236}">
                <a16:creationId xmlns:a16="http://schemas.microsoft.com/office/drawing/2014/main" id="{795B024C-312C-4FB0-A79F-7BAAC74039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67779" y="535274"/>
            <a:ext cx="787483" cy="7874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2DF5B61B-7BDB-48AF-825D-3C3707E2F4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01043" y="977779"/>
            <a:ext cx="1193006" cy="3449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Seta: para a Esquerda 11">
            <a:extLst>
              <a:ext uri="{FF2B5EF4-FFF2-40B4-BE49-F238E27FC236}">
                <a16:creationId xmlns:a16="http://schemas.microsoft.com/office/drawing/2014/main" id="{40053657-B1CB-4984-831A-0F6F8422D236}"/>
              </a:ext>
            </a:extLst>
          </p:cNvPr>
          <p:cNvSpPr/>
          <p:nvPr/>
        </p:nvSpPr>
        <p:spPr>
          <a:xfrm flipH="1">
            <a:off x="1698454" y="5613029"/>
            <a:ext cx="1390462" cy="306775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Fluxograma: Processo 13">
            <a:extLst>
              <a:ext uri="{FF2B5EF4-FFF2-40B4-BE49-F238E27FC236}">
                <a16:creationId xmlns:a16="http://schemas.microsoft.com/office/drawing/2014/main" id="{4A3ED908-8DC2-4D10-B7BA-E9172A8B98C2}"/>
              </a:ext>
            </a:extLst>
          </p:cNvPr>
          <p:cNvSpPr/>
          <p:nvPr/>
        </p:nvSpPr>
        <p:spPr>
          <a:xfrm>
            <a:off x="16485" y="3542329"/>
            <a:ext cx="5490181" cy="3315670"/>
          </a:xfrm>
          <a:prstGeom prst="flowChartProcess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Fluxograma: Processo 14">
            <a:extLst>
              <a:ext uri="{FF2B5EF4-FFF2-40B4-BE49-F238E27FC236}">
                <a16:creationId xmlns:a16="http://schemas.microsoft.com/office/drawing/2014/main" id="{E1FF9781-5AA1-4D96-AC31-78A332E51D5F}"/>
              </a:ext>
            </a:extLst>
          </p:cNvPr>
          <p:cNvSpPr/>
          <p:nvPr/>
        </p:nvSpPr>
        <p:spPr>
          <a:xfrm>
            <a:off x="6453695" y="3542329"/>
            <a:ext cx="5629934" cy="3315670"/>
          </a:xfrm>
          <a:prstGeom prst="flowChartProcess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046" name="Picture 22" descr="Ícone de traço colorido de roteador - Baixar PNG/SVG Transparente">
            <a:extLst>
              <a:ext uri="{FF2B5EF4-FFF2-40B4-BE49-F238E27FC236}">
                <a16:creationId xmlns:a16="http://schemas.microsoft.com/office/drawing/2014/main" id="{621AAB40-F429-4FE8-9DA5-CABB0B49CA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23197" y="3637920"/>
            <a:ext cx="1040716" cy="10407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8" name="Picture 24" descr="Ícone de traço colorido de roteador - Baixar PNG/SVG Transparente">
            <a:extLst>
              <a:ext uri="{FF2B5EF4-FFF2-40B4-BE49-F238E27FC236}">
                <a16:creationId xmlns:a16="http://schemas.microsoft.com/office/drawing/2014/main" id="{9A30046C-9151-423C-9F5F-3A3FB3A8D8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02177" y="3637920"/>
            <a:ext cx="936058" cy="9360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" name="Picture 20" descr="Curso de computador - Baixar PNG/SVG Transparente">
            <a:extLst>
              <a:ext uri="{FF2B5EF4-FFF2-40B4-BE49-F238E27FC236}">
                <a16:creationId xmlns:a16="http://schemas.microsoft.com/office/drawing/2014/main" id="{CF37C827-A83C-40D5-ABC2-1B84FC00E1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93525" y="4803024"/>
            <a:ext cx="1299305" cy="12993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2" name="Picture 28" descr="sinal de wifi - ícones de interface grátis">
            <a:extLst>
              <a:ext uri="{FF2B5EF4-FFF2-40B4-BE49-F238E27FC236}">
                <a16:creationId xmlns:a16="http://schemas.microsoft.com/office/drawing/2014/main" id="{89AFF500-83F0-41D6-B0D6-5CEC52F134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92482" y="2884948"/>
            <a:ext cx="702146" cy="7021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4" name="Picture 30" descr="sinal de wifi - ícones de interface grátis">
            <a:extLst>
              <a:ext uri="{FF2B5EF4-FFF2-40B4-BE49-F238E27FC236}">
                <a16:creationId xmlns:a16="http://schemas.microsoft.com/office/drawing/2014/main" id="{25574461-D3FA-434E-BE9D-3141FD3D51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8083" y="2858723"/>
            <a:ext cx="779956" cy="7337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AutoShape 32">
            <a:extLst>
              <a:ext uri="{FF2B5EF4-FFF2-40B4-BE49-F238E27FC236}">
                <a16:creationId xmlns:a16="http://schemas.microsoft.com/office/drawing/2014/main" id="{F1CE5AC3-EE08-4FEE-9937-8142155B03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pic>
        <p:nvPicPr>
          <p:cNvPr id="21" name="Imagem 20" descr="Fundo preto com letras brancas&#10;&#10;Descrição gerada automaticamente">
            <a:extLst>
              <a:ext uri="{FF2B5EF4-FFF2-40B4-BE49-F238E27FC236}">
                <a16:creationId xmlns:a16="http://schemas.microsoft.com/office/drawing/2014/main" id="{50C8FA6E-AE8D-468D-A6DC-D2DFB03FD35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7481" y="-774408"/>
            <a:ext cx="3229100" cy="3167758"/>
          </a:xfrm>
          <a:prstGeom prst="rect">
            <a:avLst/>
          </a:prstGeom>
        </p:spPr>
      </p:pic>
      <p:pic>
        <p:nvPicPr>
          <p:cNvPr id="1060" name="Picture 36" descr="Google Chrome Logotipo Navegador - Gráfico vetorial grátis no Pixabay">
            <a:extLst>
              <a:ext uri="{FF2B5EF4-FFF2-40B4-BE49-F238E27FC236}">
                <a16:creationId xmlns:a16="http://schemas.microsoft.com/office/drawing/2014/main" id="{E653D5E2-C9D0-408E-96DB-135EDF601B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50344" y="6157486"/>
            <a:ext cx="596999" cy="596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62" name="Picture 38" descr="Doce Sonho Alado :.: Mozilla Firefox">
            <a:extLst>
              <a:ext uri="{FF2B5EF4-FFF2-40B4-BE49-F238E27FC236}">
                <a16:creationId xmlns:a16="http://schemas.microsoft.com/office/drawing/2014/main" id="{5FDB14D1-CE82-4C5A-90F9-10F5EC4867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70919" y="6139275"/>
            <a:ext cx="660809" cy="6334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CaixaDeTexto 21">
            <a:extLst>
              <a:ext uri="{FF2B5EF4-FFF2-40B4-BE49-F238E27FC236}">
                <a16:creationId xmlns:a16="http://schemas.microsoft.com/office/drawing/2014/main" id="{1371B407-FE40-44B5-B500-A4667E8030DB}"/>
              </a:ext>
            </a:extLst>
          </p:cNvPr>
          <p:cNvSpPr txBox="1"/>
          <p:nvPr/>
        </p:nvSpPr>
        <p:spPr>
          <a:xfrm>
            <a:off x="2576531" y="3772388"/>
            <a:ext cx="17909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Roteador WiFi</a:t>
            </a:r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7A50F01C-B5C0-44C5-841A-7817CE3A249C}"/>
              </a:ext>
            </a:extLst>
          </p:cNvPr>
          <p:cNvSpPr txBox="1"/>
          <p:nvPr/>
        </p:nvSpPr>
        <p:spPr>
          <a:xfrm>
            <a:off x="1358724" y="5320413"/>
            <a:ext cx="20503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 smtClean="0"/>
              <a:t>Leitura intensidade</a:t>
            </a:r>
            <a:endParaRPr lang="pt-BR" dirty="0"/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CA542F15-CC0E-4B72-BFDD-00C8997D917A}"/>
              </a:ext>
            </a:extLst>
          </p:cNvPr>
          <p:cNvSpPr txBox="1"/>
          <p:nvPr/>
        </p:nvSpPr>
        <p:spPr>
          <a:xfrm>
            <a:off x="2525874" y="6243575"/>
            <a:ext cx="30751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dirty="0" err="1"/>
              <a:t>Arduino</a:t>
            </a:r>
            <a:r>
              <a:rPr lang="pt-BR" dirty="0"/>
              <a:t> </a:t>
            </a:r>
            <a:r>
              <a:rPr lang="pt-BR" dirty="0" smtClean="0"/>
              <a:t>Uno ATmega328</a:t>
            </a:r>
            <a:r>
              <a:rPr lang="pt-BR" dirty="0"/>
              <a:t> </a:t>
            </a:r>
            <a:r>
              <a:rPr lang="pt-BR" dirty="0" smtClean="0"/>
              <a:t>+</a:t>
            </a:r>
            <a:r>
              <a:rPr lang="pt-BR" dirty="0"/>
              <a:t>módulo ESP8266 integrado</a:t>
            </a:r>
            <a:endParaRPr lang="pt-BR" dirty="0" smtClean="0"/>
          </a:p>
        </p:txBody>
      </p: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BB1FBAB9-CAF1-45FD-843E-70B31324308A}"/>
              </a:ext>
            </a:extLst>
          </p:cNvPr>
          <p:cNvSpPr txBox="1"/>
          <p:nvPr/>
        </p:nvSpPr>
        <p:spPr>
          <a:xfrm>
            <a:off x="6802495" y="5057562"/>
            <a:ext cx="12993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Notebook</a:t>
            </a:r>
          </a:p>
          <a:p>
            <a:r>
              <a:rPr lang="pt-BR" dirty="0"/>
              <a:t>I5 4gb </a:t>
            </a:r>
            <a:r>
              <a:rPr lang="pt-BR" dirty="0" err="1"/>
              <a:t>Ram</a:t>
            </a:r>
            <a:r>
              <a:rPr lang="pt-BR" dirty="0"/>
              <a:t> </a:t>
            </a:r>
          </a:p>
        </p:txBody>
      </p: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F84570CB-BC78-4052-9E0F-1B060A8B3BF7}"/>
              </a:ext>
            </a:extLst>
          </p:cNvPr>
          <p:cNvSpPr txBox="1"/>
          <p:nvPr/>
        </p:nvSpPr>
        <p:spPr>
          <a:xfrm>
            <a:off x="9667384" y="4636892"/>
            <a:ext cx="17523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Banda 5Mb min</a:t>
            </a:r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9CCE1DF6-460D-462D-BE7B-FBE5E854B216}"/>
              </a:ext>
            </a:extLst>
          </p:cNvPr>
          <p:cNvSpPr txBox="1"/>
          <p:nvPr/>
        </p:nvSpPr>
        <p:spPr>
          <a:xfrm>
            <a:off x="10381882" y="5919804"/>
            <a:ext cx="162664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Navegador onde site está</a:t>
            </a:r>
          </a:p>
          <a:p>
            <a:r>
              <a:rPr lang="pt-BR" dirty="0"/>
              <a:t>hospedado</a:t>
            </a:r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86EDEA83-6B84-4CDF-A04C-88150ED12032}"/>
              </a:ext>
            </a:extLst>
          </p:cNvPr>
          <p:cNvSpPr txBox="1"/>
          <p:nvPr/>
        </p:nvSpPr>
        <p:spPr>
          <a:xfrm>
            <a:off x="6794049" y="3769610"/>
            <a:ext cx="10407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Lan WiFi Network</a:t>
            </a:r>
          </a:p>
        </p:txBody>
      </p:sp>
      <p:pic>
        <p:nvPicPr>
          <p:cNvPr id="1066" name="Picture 42" descr="Free Web Icons, 1,000+ Icons in PNG, EPS, SVG format">
            <a:extLst>
              <a:ext uri="{FF2B5EF4-FFF2-40B4-BE49-F238E27FC236}">
                <a16:creationId xmlns:a16="http://schemas.microsoft.com/office/drawing/2014/main" id="{8D92FA00-9723-4A00-BE09-C5959FEFB2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10790" y="6157486"/>
            <a:ext cx="613228" cy="596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Seta: Dobrada 29">
            <a:extLst>
              <a:ext uri="{FF2B5EF4-FFF2-40B4-BE49-F238E27FC236}">
                <a16:creationId xmlns:a16="http://schemas.microsoft.com/office/drawing/2014/main" id="{3C49814D-B270-495F-941E-4AF3A1133FE0}"/>
              </a:ext>
            </a:extLst>
          </p:cNvPr>
          <p:cNvSpPr/>
          <p:nvPr/>
        </p:nvSpPr>
        <p:spPr>
          <a:xfrm>
            <a:off x="1537252" y="2378599"/>
            <a:ext cx="4036924" cy="535026"/>
          </a:xfrm>
          <a:prstGeom prst="bentArrow">
            <a:avLst>
              <a:gd name="adj1" fmla="val 19717"/>
              <a:gd name="adj2" fmla="val 28063"/>
              <a:gd name="adj3" fmla="val 47215"/>
              <a:gd name="adj4" fmla="val 4375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  <p:pic>
        <p:nvPicPr>
          <p:cNvPr id="1068" name="Picture 44" descr="ícone Ligado, globo, internet, rede Livre de WHCompare Isometric ...">
            <a:extLst>
              <a:ext uri="{FF2B5EF4-FFF2-40B4-BE49-F238E27FC236}">
                <a16:creationId xmlns:a16="http://schemas.microsoft.com/office/drawing/2014/main" id="{26EAFCDF-C8D8-41B6-B618-AC0EB91B7B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55489" y="2119009"/>
            <a:ext cx="869543" cy="8695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2" name="CaixaDeTexto 31">
            <a:extLst>
              <a:ext uri="{FF2B5EF4-FFF2-40B4-BE49-F238E27FC236}">
                <a16:creationId xmlns:a16="http://schemas.microsoft.com/office/drawing/2014/main" id="{6F157145-322C-4101-B95E-8B9FEDFC2BF6}"/>
              </a:ext>
            </a:extLst>
          </p:cNvPr>
          <p:cNvSpPr txBox="1"/>
          <p:nvPr/>
        </p:nvSpPr>
        <p:spPr>
          <a:xfrm>
            <a:off x="5615730" y="2947127"/>
            <a:ext cx="11094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Internet</a:t>
            </a:r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A56C689D-CDE0-4E65-9411-3D3156A067A8}"/>
              </a:ext>
            </a:extLst>
          </p:cNvPr>
          <p:cNvSpPr txBox="1"/>
          <p:nvPr/>
        </p:nvSpPr>
        <p:spPr>
          <a:xfrm>
            <a:off x="4258794" y="4366102"/>
            <a:ext cx="992265" cy="6542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Sensor LDR</a:t>
            </a:r>
          </a:p>
        </p:txBody>
      </p:sp>
      <p:pic>
        <p:nvPicPr>
          <p:cNvPr id="1072" name="Picture 48" descr="ldr con led | Tinkercad">
            <a:extLst>
              <a:ext uri="{FF2B5EF4-FFF2-40B4-BE49-F238E27FC236}">
                <a16:creationId xmlns:a16="http://schemas.microsoft.com/office/drawing/2014/main" id="{3F72D2D4-0860-4294-8715-8199A75F617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505"/>
          <a:stretch/>
        </p:blipFill>
        <p:spPr bwMode="auto">
          <a:xfrm>
            <a:off x="3331029" y="4433217"/>
            <a:ext cx="1991502" cy="24431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Seta: Dobrada 34">
            <a:extLst>
              <a:ext uri="{FF2B5EF4-FFF2-40B4-BE49-F238E27FC236}">
                <a16:creationId xmlns:a16="http://schemas.microsoft.com/office/drawing/2014/main" id="{10007E10-45B4-4DC2-9DB3-00E23AE96402}"/>
              </a:ext>
            </a:extLst>
          </p:cNvPr>
          <p:cNvSpPr/>
          <p:nvPr/>
        </p:nvSpPr>
        <p:spPr>
          <a:xfrm rot="5400000">
            <a:off x="8154699" y="408268"/>
            <a:ext cx="1880222" cy="3167335"/>
          </a:xfrm>
          <a:prstGeom prst="bentArrow">
            <a:avLst>
              <a:gd name="adj1" fmla="val 5831"/>
              <a:gd name="adj2" fmla="val 8645"/>
              <a:gd name="adj3" fmla="val 14943"/>
              <a:gd name="adj4" fmla="val 1751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  <p:sp>
        <p:nvSpPr>
          <p:cNvPr id="36" name="Seta: para Cima 35">
            <a:extLst>
              <a:ext uri="{FF2B5EF4-FFF2-40B4-BE49-F238E27FC236}">
                <a16:creationId xmlns:a16="http://schemas.microsoft.com/office/drawing/2014/main" id="{CF1D00C0-7AA5-403A-AB51-745F1B8CCBE4}"/>
              </a:ext>
            </a:extLst>
          </p:cNvPr>
          <p:cNvSpPr/>
          <p:nvPr/>
        </p:nvSpPr>
        <p:spPr>
          <a:xfrm>
            <a:off x="5943600" y="1891209"/>
            <a:ext cx="304800" cy="248044"/>
          </a:xfrm>
          <a:prstGeom prst="up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3" name="Imagem 2" descr="Original file ‎ (SVG file, nominally 100 × 100 pixels ..."/>
          <p:cNvPicPr>
            <a:picLocks noChangeAspect="1"/>
          </p:cNvPicPr>
          <p:nvPr/>
        </p:nvPicPr>
        <p:blipFill>
          <a:blip r:embed="rId1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909" y="4958833"/>
            <a:ext cx="1359616" cy="1359616"/>
          </a:xfrm>
          <a:prstGeom prst="rect">
            <a:avLst/>
          </a:prstGeom>
        </p:spPr>
      </p:pic>
      <p:sp>
        <p:nvSpPr>
          <p:cNvPr id="37" name="CaixaDeTexto 36">
            <a:extLst>
              <a:ext uri="{FF2B5EF4-FFF2-40B4-BE49-F238E27FC236}">
                <a16:creationId xmlns:a16="http://schemas.microsoft.com/office/drawing/2014/main" id="{7A50F01C-B5C0-44C5-841A-7817CE3A249C}"/>
              </a:ext>
            </a:extLst>
          </p:cNvPr>
          <p:cNvSpPr txBox="1"/>
          <p:nvPr/>
        </p:nvSpPr>
        <p:spPr>
          <a:xfrm>
            <a:off x="295780" y="6313184"/>
            <a:ext cx="9998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 smtClean="0"/>
              <a:t>LED DIM</a:t>
            </a:r>
            <a:endParaRPr lang="pt-BR" dirty="0"/>
          </a:p>
        </p:txBody>
      </p:sp>
      <p:sp>
        <p:nvSpPr>
          <p:cNvPr id="34" name="CaixaDeTexto 33">
            <a:extLst>
              <a:ext uri="{FF2B5EF4-FFF2-40B4-BE49-F238E27FC236}">
                <a16:creationId xmlns:a16="http://schemas.microsoft.com/office/drawing/2014/main" id="{1371B407-FE40-44B5-B500-A4667E8030DB}"/>
              </a:ext>
            </a:extLst>
          </p:cNvPr>
          <p:cNvSpPr txBox="1"/>
          <p:nvPr/>
        </p:nvSpPr>
        <p:spPr>
          <a:xfrm>
            <a:off x="5601043" y="1527068"/>
            <a:ext cx="17909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 smtClean="0"/>
              <a:t>Servidor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3063314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32</Words>
  <Application>Microsoft Office PowerPoint</Application>
  <PresentationFormat>Widescreen</PresentationFormat>
  <Paragraphs>13</Paragraphs>
  <Slides>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Tema do Office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pc</dc:creator>
  <cp:lastModifiedBy>Admin</cp:lastModifiedBy>
  <cp:revision>14</cp:revision>
  <dcterms:created xsi:type="dcterms:W3CDTF">2020-04-05T23:21:06Z</dcterms:created>
  <dcterms:modified xsi:type="dcterms:W3CDTF">2020-04-07T02:47:34Z</dcterms:modified>
</cp:coreProperties>
</file>