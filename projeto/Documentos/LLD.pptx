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96" d="100"/>
          <a:sy n="96" d="100"/>
        </p:scale>
        <p:origin x="497" y="2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02/05/2020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B7F698AC-73D4-4DA3-9E78-8C2A15910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748" y="584317"/>
            <a:ext cx="476659" cy="47665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E1EFA95-3C52-47EA-992E-33C04855DF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075" t="12451" r="6001"/>
          <a:stretch/>
        </p:blipFill>
        <p:spPr>
          <a:xfrm>
            <a:off x="7171894" y="973852"/>
            <a:ext cx="452042" cy="35932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A106DF-300C-4FEB-B3ED-54E0D1E82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411" y="821999"/>
            <a:ext cx="580110" cy="580110"/>
          </a:xfrm>
          <a:prstGeom prst="rect">
            <a:avLst/>
          </a:prstGeom>
        </p:spPr>
      </p:pic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779" y="535274"/>
            <a:ext cx="787483" cy="78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4368" y="549740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luxograma: Processo 13">
            <a:extLst>
              <a:ext uri="{FF2B5EF4-FFF2-40B4-BE49-F238E27FC236}">
                <a16:creationId xmlns:a16="http://schemas.microsoft.com/office/drawing/2014/main" id="{4A3ED908-8DC2-4D10-B7BA-E9172A8B98C2}"/>
              </a:ext>
            </a:extLst>
          </p:cNvPr>
          <p:cNvSpPr/>
          <p:nvPr/>
        </p:nvSpPr>
        <p:spPr>
          <a:xfrm>
            <a:off x="16485" y="3542329"/>
            <a:ext cx="6116930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E1FF9781-5AA1-4D96-AC31-78A332E51D5F}"/>
              </a:ext>
            </a:extLst>
          </p:cNvPr>
          <p:cNvSpPr/>
          <p:nvPr/>
        </p:nvSpPr>
        <p:spPr>
          <a:xfrm>
            <a:off x="6453695" y="3542329"/>
            <a:ext cx="5629934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181" y="3495935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2571" y="3735536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525" y="4803024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56" y="-886369"/>
            <a:ext cx="3466180" cy="3243951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0344" y="6157486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19" y="6139275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171090" y="428808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1566039" y="4950731"/>
            <a:ext cx="129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Leitura intensidade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2868431" y="6253372"/>
            <a:ext cx="3075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Arduino Uno ATmega328 +módulo ESP8266 integrado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6586831" y="4747867"/>
            <a:ext cx="1514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Desktop/Notebook</a:t>
            </a:r>
          </a:p>
          <a:p>
            <a:endParaRPr lang="pt-BR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9349103" y="4144713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10235443" y="6032992"/>
            <a:ext cx="16266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do usuário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6794049" y="3769610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7609" y="2268217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596104" y="2935095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5205281" y="5200164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3304299" y="4463406"/>
            <a:ext cx="1991502" cy="244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0546" y="5005172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295780" y="6313184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LED DIM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5816339" y="271943"/>
            <a:ext cx="1031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Servidor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5CE53E4-6913-412C-A5BD-75EC8CD03145}"/>
              </a:ext>
            </a:extLst>
          </p:cNvPr>
          <p:cNvCxnSpPr>
            <a:cxnSpLocks/>
          </p:cNvCxnSpPr>
          <p:nvPr/>
        </p:nvCxnSpPr>
        <p:spPr>
          <a:xfrm>
            <a:off x="1066565" y="2339661"/>
            <a:ext cx="4529539" cy="92787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FA7B04D9-CE63-407F-8B14-D60F160AF564}"/>
              </a:ext>
            </a:extLst>
          </p:cNvPr>
          <p:cNvCxnSpPr>
            <a:cxnSpLocks/>
          </p:cNvCxnSpPr>
          <p:nvPr/>
        </p:nvCxnSpPr>
        <p:spPr>
          <a:xfrm flipV="1">
            <a:off x="6662141" y="2353366"/>
            <a:ext cx="4038768" cy="32688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1151E090-A76A-48AD-9173-3F8E7FF37AC5}"/>
              </a:ext>
            </a:extLst>
          </p:cNvPr>
          <p:cNvCxnSpPr>
            <a:cxnSpLocks/>
          </p:cNvCxnSpPr>
          <p:nvPr/>
        </p:nvCxnSpPr>
        <p:spPr>
          <a:xfrm>
            <a:off x="6094223" y="1613321"/>
            <a:ext cx="1" cy="542563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2378A75E-5EA4-4230-9FAE-6B9DA3821BE4}"/>
              </a:ext>
            </a:extLst>
          </p:cNvPr>
          <p:cNvCxnSpPr>
            <a:cxnSpLocks/>
            <a:stCxn id="1048" idx="1"/>
            <a:endCxn id="68" idx="2"/>
          </p:cNvCxnSpPr>
          <p:nvPr/>
        </p:nvCxnSpPr>
        <p:spPr>
          <a:xfrm flipH="1" flipV="1">
            <a:off x="633563" y="3456509"/>
            <a:ext cx="1609008" cy="747056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B6A5F338-DD99-4E3B-9CCF-F53F2D10EA5D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>
            <a:off x="9328897" y="3542329"/>
            <a:ext cx="1792756" cy="473964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Picture 2" descr="Antena Parabólica Espelho - Gráfico vetorial grátis no Pixabay">
            <a:extLst>
              <a:ext uri="{FF2B5EF4-FFF2-40B4-BE49-F238E27FC236}">
                <a16:creationId xmlns:a16="http://schemas.microsoft.com/office/drawing/2014/main" id="{7AECE469-6ACC-49EC-955B-8A9374069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88" y="2273799"/>
            <a:ext cx="978949" cy="118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tena Parabólica Espelho - Gráfico vetorial grátis no Pixabay">
            <a:extLst>
              <a:ext uri="{FF2B5EF4-FFF2-40B4-BE49-F238E27FC236}">
                <a16:creationId xmlns:a16="http://schemas.microsoft.com/office/drawing/2014/main" id="{F7A2D5A1-15D6-479E-BA5E-49961C85C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700909" y="2155884"/>
            <a:ext cx="988593" cy="1330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4" name="Conector de Seta Reta 113">
            <a:extLst>
              <a:ext uri="{FF2B5EF4-FFF2-40B4-BE49-F238E27FC236}">
                <a16:creationId xmlns:a16="http://schemas.microsoft.com/office/drawing/2014/main" id="{31B5D0A8-D579-4AFC-8983-C4EE98DC7A6C}"/>
              </a:ext>
            </a:extLst>
          </p:cNvPr>
          <p:cNvCxnSpPr>
            <a:cxnSpLocks/>
            <a:stCxn id="3" idx="3"/>
            <a:endCxn id="1072" idx="1"/>
          </p:cNvCxnSpPr>
          <p:nvPr/>
        </p:nvCxnSpPr>
        <p:spPr>
          <a:xfrm>
            <a:off x="1229070" y="5684980"/>
            <a:ext cx="2075229" cy="0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5" name="Picture 6" descr="internet-explorer-logo-ie-logo-7 - PNG - Download de Logotipos">
            <a:extLst>
              <a:ext uri="{FF2B5EF4-FFF2-40B4-BE49-F238E27FC236}">
                <a16:creationId xmlns:a16="http://schemas.microsoft.com/office/drawing/2014/main" id="{4367A650-6C56-4EE3-AE20-F2C490A17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872" y="6057317"/>
            <a:ext cx="732473" cy="72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77099C-8ED9-41E6-9B3F-49124A0BB572}"/>
              </a:ext>
            </a:extLst>
          </p:cNvPr>
          <p:cNvSpPr txBox="1"/>
          <p:nvPr/>
        </p:nvSpPr>
        <p:spPr>
          <a:xfrm>
            <a:off x="8081925" y="3054046"/>
            <a:ext cx="2049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Parte do usuário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C09AAF9-05E5-49A0-8F57-809F72A0FC81}"/>
              </a:ext>
            </a:extLst>
          </p:cNvPr>
          <p:cNvSpPr txBox="1"/>
          <p:nvPr/>
        </p:nvSpPr>
        <p:spPr>
          <a:xfrm>
            <a:off x="2026314" y="3072357"/>
            <a:ext cx="20972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Parte da solução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9CEB80A-DEAF-4384-A92D-5616AA334E03}"/>
              </a:ext>
            </a:extLst>
          </p:cNvPr>
          <p:cNvSpPr txBox="1"/>
          <p:nvPr/>
        </p:nvSpPr>
        <p:spPr>
          <a:xfrm>
            <a:off x="9392830" y="4865013"/>
            <a:ext cx="17523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Notebook HP 246 G6 I3 4GB HD 500GB W10</a:t>
            </a:r>
            <a:endParaRPr lang="pt-BR" sz="1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72B99E2-A9F6-439F-9C8C-712A199D493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40871" y="817352"/>
            <a:ext cx="1031023" cy="5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Adélia Oliveira</cp:lastModifiedBy>
  <cp:revision>23</cp:revision>
  <dcterms:created xsi:type="dcterms:W3CDTF">2020-04-05T23:21:06Z</dcterms:created>
  <dcterms:modified xsi:type="dcterms:W3CDTF">2020-05-02T14:14:12Z</dcterms:modified>
</cp:coreProperties>
</file>