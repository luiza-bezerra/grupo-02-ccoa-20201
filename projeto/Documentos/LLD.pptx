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62" d="100"/>
          <a:sy n="62" d="100"/>
        </p:scale>
        <p:origin x="90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479525-0EFB-4D17-84C0-9FB598ACD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86B343-A01B-4901-91AC-FB260AEAA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313C-ADA7-4327-AB19-1CAA9C7A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46334E-6F7B-42C1-8AA0-7AE66D773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038436-5D87-441D-AC3A-8D4600A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8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619AB-7800-4F36-9174-8928D7EC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E88ED1-24D7-49D8-9D1F-54C2D797B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9707A-F20B-489A-8A5B-0C41580A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5D077-9553-4689-A63B-D49F5605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1E9299F-5DF5-4FD9-9C96-93F8A663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6934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9C6F8-F0AC-4EFC-A610-93BC2DB2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E17FC8B-3E3D-4893-9BD9-4D5639AF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B27139-8EB0-4049-A195-9AB1990D4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030BC3-2177-469C-B936-3FE85EB4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FFAD3C-A0B7-4A16-B683-B38D859C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451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D103A-4D81-47F3-99E6-B159A7E3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547B89-A002-4D6A-BF58-319F328EC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B8EF4A6-BF54-43D0-81E8-1863C6AA7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B20F6-55C1-48FD-A48D-D23447AFF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11F9D2-5AB2-4A10-B235-8F276AE5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1ADCCC-246C-4124-8501-ED587EC5B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200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C8A24-1E6E-4072-A13F-0BD93FF2D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FFBA39-75A3-4999-AC1F-B5D1FA60E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E70C4-8F4B-4E05-8E5D-748CB927C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AF020F-2196-45E6-B777-BE687E721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BBEEC6-094D-4314-8A0B-A5C4A2BEF7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F942876-DFAC-4169-9229-FB0AF15A3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0DB9372-1217-4DAE-B66E-4D68AD455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E93F1B3-299B-4BB8-B2BD-309561E2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5650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B33D2D-ABB5-40CD-96D8-7CCDD391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CB809A-CA7C-46ED-AA4B-F377A2C9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0672B28-9269-44B6-92F2-DC1FD52E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98F58CE-0A04-4523-AAC2-291CB0A9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99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69DA1A8-3BA5-4707-BB0A-1A6CE03B5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40AC35A-C36A-4BEC-8BC4-B5E7B79B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09FF2F-186D-45B1-9CDE-63027739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928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2C1DA-63C8-4B86-804A-A7ED8E58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F7A8E2-E14C-4B5A-AF57-39D04171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FF4961-E6C8-41D7-A1CF-EBE5F018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B31142-D24E-4145-8707-AEB8D929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543D3B-77F0-4CA0-83EB-30552C9D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3CCF-838D-4C85-BC7F-9DF10CDBB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92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950C17-A08F-4DCF-BB06-55815659F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28BA4C1-23F0-4A4D-B5D1-AC2439C4C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ABB4DF-5E6D-4906-9D0D-A3FD7C2F6E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1FC905-D3BF-4C85-9134-0422907C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D68EFE7-8450-45C6-A74D-9D8D83E7C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96D832-EEAB-453F-AF27-DA4BDF96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865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C8BB5-5C11-4040-9967-4A30D518A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1B5BEE-D81E-4D04-B673-CE3F2B8A5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04D35-2AA8-4DF0-9494-38C9E3593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CCCDA7-BFE9-4585-83CE-88E35ADC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7CAA0B-EF46-4881-8F80-FDA3FD28E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7379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FD85-8ECC-4DB3-8EFF-8C62FE2B0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3806F9-96A9-441F-B5E5-6F8673CA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76E0-D86F-4A2E-9904-D3F8908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E2297-02E8-43ED-9FAD-21C5864B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C08A16-DC00-447C-8FE5-90D3F22BC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15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AEE1422-7295-419D-B9A6-37B2D6A8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893728E-9758-4646-A3AB-3765F5977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D3F5AF-A088-4C9F-AB19-80B5985E09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4C99E-1E2C-46C7-9544-CFE55FE760E5}" type="datetimeFigureOut">
              <a:rPr lang="pt-BR" smtClean="0"/>
              <a:t>07/04/2020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32A6A3-1011-4F6A-ABA1-13921ADC9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2F8D97-D969-47CB-9D3E-5F196178AF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43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cone banco de dados png 3 » PNG Image">
            <a:extLst>
              <a:ext uri="{FF2B5EF4-FFF2-40B4-BE49-F238E27FC236}">
                <a16:creationId xmlns:a16="http://schemas.microsoft.com/office/drawing/2014/main" id="{795B024C-312C-4FB0-A79F-7BAAC7403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779" y="535274"/>
            <a:ext cx="787483" cy="787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DF5B61B-7BDB-48AF-825D-3C3707E2F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1043" y="977779"/>
            <a:ext cx="1193006" cy="344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luxograma: Processo 13">
            <a:extLst>
              <a:ext uri="{FF2B5EF4-FFF2-40B4-BE49-F238E27FC236}">
                <a16:creationId xmlns:a16="http://schemas.microsoft.com/office/drawing/2014/main" id="{4A3ED908-8DC2-4D10-B7BA-E9172A8B98C2}"/>
              </a:ext>
            </a:extLst>
          </p:cNvPr>
          <p:cNvSpPr/>
          <p:nvPr/>
        </p:nvSpPr>
        <p:spPr>
          <a:xfrm>
            <a:off x="16485" y="3542329"/>
            <a:ext cx="6116930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E1FF9781-5AA1-4D96-AC31-78A332E51D5F}"/>
              </a:ext>
            </a:extLst>
          </p:cNvPr>
          <p:cNvSpPr/>
          <p:nvPr/>
        </p:nvSpPr>
        <p:spPr>
          <a:xfrm>
            <a:off x="6453695" y="3542329"/>
            <a:ext cx="5629934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46" name="Picture 22" descr="Ícone de traço colorido de roteador - Baixar PNG/SVG Transparente">
            <a:extLst>
              <a:ext uri="{FF2B5EF4-FFF2-40B4-BE49-F238E27FC236}">
                <a16:creationId xmlns:a16="http://schemas.microsoft.com/office/drawing/2014/main" id="{621AAB40-F429-4FE8-9DA5-CABB0B49C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181" y="3495935"/>
            <a:ext cx="1040716" cy="104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Ícone de traço colorido de roteador - Baixar PNG/SVG Transparente">
            <a:extLst>
              <a:ext uri="{FF2B5EF4-FFF2-40B4-BE49-F238E27FC236}">
                <a16:creationId xmlns:a16="http://schemas.microsoft.com/office/drawing/2014/main" id="{9A30046C-9151-423C-9F5F-3A3FB3A8D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2571" y="3735536"/>
            <a:ext cx="936058" cy="936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0" descr="Curso de computador - Baixar PNG/SVG Transparente">
            <a:extLst>
              <a:ext uri="{FF2B5EF4-FFF2-40B4-BE49-F238E27FC236}">
                <a16:creationId xmlns:a16="http://schemas.microsoft.com/office/drawing/2014/main" id="{CF37C827-A83C-40D5-ABC2-1B84FC00E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3525" y="4803024"/>
            <a:ext cx="1299305" cy="129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AutoShape 32">
            <a:extLst>
              <a:ext uri="{FF2B5EF4-FFF2-40B4-BE49-F238E27FC236}">
                <a16:creationId xmlns:a16="http://schemas.microsoft.com/office/drawing/2014/main" id="{F1CE5AC3-EE08-4FEE-9937-8142155B03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21" name="Imagem 20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0C8FA6E-AE8D-468D-A6DC-D2DFB03FD3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4957" y="-811503"/>
            <a:ext cx="3466180" cy="3243951"/>
          </a:xfrm>
          <a:prstGeom prst="rect">
            <a:avLst/>
          </a:prstGeom>
        </p:spPr>
      </p:pic>
      <p:pic>
        <p:nvPicPr>
          <p:cNvPr id="1060" name="Picture 36" descr="Google Chrome Logotipo Navegador - Gráfico vetorial grátis no Pixabay">
            <a:extLst>
              <a:ext uri="{FF2B5EF4-FFF2-40B4-BE49-F238E27FC236}">
                <a16:creationId xmlns:a16="http://schemas.microsoft.com/office/drawing/2014/main" id="{E653D5E2-C9D0-408E-96DB-135EDF601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0344" y="6157486"/>
            <a:ext cx="596999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38" descr="Doce Sonho Alado :.: Mozilla Firefox">
            <a:extLst>
              <a:ext uri="{FF2B5EF4-FFF2-40B4-BE49-F238E27FC236}">
                <a16:creationId xmlns:a16="http://schemas.microsoft.com/office/drawing/2014/main" id="{5FDB14D1-CE82-4C5A-90F9-10F5EC486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19" y="6139275"/>
            <a:ext cx="660809" cy="63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171090" y="4288088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Roteador WiFi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1566039" y="4950731"/>
            <a:ext cx="1294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Leitura intensidade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A542F15-CC0E-4B72-BFDD-00C8997D917A}"/>
              </a:ext>
            </a:extLst>
          </p:cNvPr>
          <p:cNvSpPr txBox="1"/>
          <p:nvPr/>
        </p:nvSpPr>
        <p:spPr>
          <a:xfrm>
            <a:off x="2868431" y="6253372"/>
            <a:ext cx="3075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Arduino Uno ATmega328 +módulo ESP8266 integrado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B1FBAB9-CAF1-45FD-843E-70B31324308A}"/>
              </a:ext>
            </a:extLst>
          </p:cNvPr>
          <p:cNvSpPr txBox="1"/>
          <p:nvPr/>
        </p:nvSpPr>
        <p:spPr>
          <a:xfrm>
            <a:off x="6586831" y="4747867"/>
            <a:ext cx="15149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Desktop/Notebook</a:t>
            </a:r>
          </a:p>
          <a:p>
            <a:endParaRPr lang="pt-BR" dirty="0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84570CB-BC78-4052-9E0F-1B060A8B3BF7}"/>
              </a:ext>
            </a:extLst>
          </p:cNvPr>
          <p:cNvSpPr txBox="1"/>
          <p:nvPr/>
        </p:nvSpPr>
        <p:spPr>
          <a:xfrm>
            <a:off x="9349103" y="4144713"/>
            <a:ext cx="1752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Banda 5Mb min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CCE1DF6-460D-462D-BE7B-FBE5E854B216}"/>
              </a:ext>
            </a:extLst>
          </p:cNvPr>
          <p:cNvSpPr txBox="1"/>
          <p:nvPr/>
        </p:nvSpPr>
        <p:spPr>
          <a:xfrm>
            <a:off x="10381882" y="5919804"/>
            <a:ext cx="1626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Navegador onde site está</a:t>
            </a:r>
          </a:p>
          <a:p>
            <a:r>
              <a:rPr lang="pt-BR" dirty="0"/>
              <a:t>hospedado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6EDEA83-6B84-4CDF-A04C-88150ED12032}"/>
              </a:ext>
            </a:extLst>
          </p:cNvPr>
          <p:cNvSpPr txBox="1"/>
          <p:nvPr/>
        </p:nvSpPr>
        <p:spPr>
          <a:xfrm>
            <a:off x="6794049" y="3769610"/>
            <a:ext cx="1040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Lan WiFi Network</a:t>
            </a:r>
          </a:p>
        </p:txBody>
      </p:sp>
      <p:pic>
        <p:nvPicPr>
          <p:cNvPr id="1066" name="Picture 42" descr="Free Web Icons, 1,000+ Icons in PNG, EPS, SVG format">
            <a:extLst>
              <a:ext uri="{FF2B5EF4-FFF2-40B4-BE49-F238E27FC236}">
                <a16:creationId xmlns:a16="http://schemas.microsoft.com/office/drawing/2014/main" id="{8D92FA00-9723-4A00-BE09-C5959FEFB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7609" y="2268217"/>
            <a:ext cx="613228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6F157145-322C-4101-B95E-8B9FEDFC2BF6}"/>
              </a:ext>
            </a:extLst>
          </p:cNvPr>
          <p:cNvSpPr txBox="1"/>
          <p:nvPr/>
        </p:nvSpPr>
        <p:spPr>
          <a:xfrm>
            <a:off x="5596104" y="2935095"/>
            <a:ext cx="1109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Internet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56C689D-CDE0-4E65-9411-3D3156A067A8}"/>
              </a:ext>
            </a:extLst>
          </p:cNvPr>
          <p:cNvSpPr txBox="1"/>
          <p:nvPr/>
        </p:nvSpPr>
        <p:spPr>
          <a:xfrm>
            <a:off x="5205281" y="5200164"/>
            <a:ext cx="992265" cy="654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 LDR</a:t>
            </a:r>
          </a:p>
        </p:txBody>
      </p:sp>
      <p:pic>
        <p:nvPicPr>
          <p:cNvPr id="1072" name="Picture 48" descr="ldr con led | Tinkercad">
            <a:extLst>
              <a:ext uri="{FF2B5EF4-FFF2-40B4-BE49-F238E27FC236}">
                <a16:creationId xmlns:a16="http://schemas.microsoft.com/office/drawing/2014/main" id="{3F72D2D4-0860-4294-8715-8199A75F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5"/>
          <a:stretch/>
        </p:blipFill>
        <p:spPr bwMode="auto">
          <a:xfrm>
            <a:off x="3304299" y="4463406"/>
            <a:ext cx="1991502" cy="2443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 descr="Original file ‎ (SVG file, nominally 100 × 100 pixels ..."/>
          <p:cNvPicPr>
            <a:picLocks noChangeAspect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0546" y="5005172"/>
            <a:ext cx="1359616" cy="1359616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295780" y="6313184"/>
            <a:ext cx="99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LED DIM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5674565" y="540003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Servidor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5CE53E4-6913-412C-A5BD-75EC8CD03145}"/>
              </a:ext>
            </a:extLst>
          </p:cNvPr>
          <p:cNvCxnSpPr>
            <a:cxnSpLocks/>
          </p:cNvCxnSpPr>
          <p:nvPr/>
        </p:nvCxnSpPr>
        <p:spPr>
          <a:xfrm>
            <a:off x="1066565" y="2339661"/>
            <a:ext cx="4529539" cy="92787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FA7B04D9-CE63-407F-8B14-D60F160AF564}"/>
              </a:ext>
            </a:extLst>
          </p:cNvPr>
          <p:cNvCxnSpPr>
            <a:cxnSpLocks/>
          </p:cNvCxnSpPr>
          <p:nvPr/>
        </p:nvCxnSpPr>
        <p:spPr>
          <a:xfrm flipV="1">
            <a:off x="6662141" y="2353366"/>
            <a:ext cx="4038768" cy="32688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1151E090-A76A-48AD-9173-3F8E7FF37AC5}"/>
              </a:ext>
            </a:extLst>
          </p:cNvPr>
          <p:cNvCxnSpPr>
            <a:cxnSpLocks/>
          </p:cNvCxnSpPr>
          <p:nvPr/>
        </p:nvCxnSpPr>
        <p:spPr>
          <a:xfrm>
            <a:off x="6094223" y="1613321"/>
            <a:ext cx="1" cy="542563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2378A75E-5EA4-4230-9FAE-6B9DA3821BE4}"/>
              </a:ext>
            </a:extLst>
          </p:cNvPr>
          <p:cNvCxnSpPr>
            <a:cxnSpLocks/>
            <a:stCxn id="1048" idx="1"/>
            <a:endCxn id="68" idx="2"/>
          </p:cNvCxnSpPr>
          <p:nvPr/>
        </p:nvCxnSpPr>
        <p:spPr>
          <a:xfrm flipH="1" flipV="1">
            <a:off x="633563" y="3456509"/>
            <a:ext cx="1609008" cy="747056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B6A5F338-DD99-4E3B-9CCF-F53F2D10EA5D}"/>
              </a:ext>
            </a:extLst>
          </p:cNvPr>
          <p:cNvCxnSpPr>
            <a:cxnSpLocks/>
            <a:endCxn id="1046" idx="3"/>
          </p:cNvCxnSpPr>
          <p:nvPr/>
        </p:nvCxnSpPr>
        <p:spPr>
          <a:xfrm flipH="1">
            <a:off x="9328897" y="3542329"/>
            <a:ext cx="1792756" cy="473964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8" name="Picture 2" descr="Antena Parabólica Espelho - Gráfico vetorial grátis no Pixabay">
            <a:extLst>
              <a:ext uri="{FF2B5EF4-FFF2-40B4-BE49-F238E27FC236}">
                <a16:creationId xmlns:a16="http://schemas.microsoft.com/office/drawing/2014/main" id="{7AECE469-6ACC-49EC-955B-8A9374069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88" y="2273799"/>
            <a:ext cx="978949" cy="118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tena Parabólica Espelho - Gráfico vetorial grátis no Pixabay">
            <a:extLst>
              <a:ext uri="{FF2B5EF4-FFF2-40B4-BE49-F238E27FC236}">
                <a16:creationId xmlns:a16="http://schemas.microsoft.com/office/drawing/2014/main" id="{F7A2D5A1-15D6-479E-BA5E-49961C85C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700909" y="2155884"/>
            <a:ext cx="988593" cy="1330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4" name="Conector de Seta Reta 113">
            <a:extLst>
              <a:ext uri="{FF2B5EF4-FFF2-40B4-BE49-F238E27FC236}">
                <a16:creationId xmlns:a16="http://schemas.microsoft.com/office/drawing/2014/main" id="{31B5D0A8-D579-4AFC-8983-C4EE98DC7A6C}"/>
              </a:ext>
            </a:extLst>
          </p:cNvPr>
          <p:cNvCxnSpPr>
            <a:cxnSpLocks/>
            <a:stCxn id="3" idx="3"/>
            <a:endCxn id="1072" idx="1"/>
          </p:cNvCxnSpPr>
          <p:nvPr/>
        </p:nvCxnSpPr>
        <p:spPr>
          <a:xfrm>
            <a:off x="1229070" y="5684980"/>
            <a:ext cx="2075229" cy="0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5" name="Picture 6" descr="internet-explorer-logo-ie-logo-7 - PNG - Download de Logotipos">
            <a:extLst>
              <a:ext uri="{FF2B5EF4-FFF2-40B4-BE49-F238E27FC236}">
                <a16:creationId xmlns:a16="http://schemas.microsoft.com/office/drawing/2014/main" id="{4367A650-6C56-4EE3-AE20-F2C490A17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872" y="6057317"/>
            <a:ext cx="732473" cy="72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63314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31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pc</dc:creator>
  <cp:lastModifiedBy>ANDRÉ MOURA DA SILVA .</cp:lastModifiedBy>
  <cp:revision>18</cp:revision>
  <dcterms:created xsi:type="dcterms:W3CDTF">2020-04-05T23:21:06Z</dcterms:created>
  <dcterms:modified xsi:type="dcterms:W3CDTF">2020-04-07T13:35:39Z</dcterms:modified>
</cp:coreProperties>
</file>