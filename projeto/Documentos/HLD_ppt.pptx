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96" d="100"/>
          <a:sy n="96" d="100"/>
        </p:scale>
        <p:origin x="545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A7FF5-0277-49A3-8FD8-315C47B87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A88EF2-05AD-4FC5-989C-D1511C82E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E60BEE-9BD3-4728-B027-2719195B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A3FEB6-D950-4490-8D0E-998DD33B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D45CFE-08B1-4C91-96C5-06C117A8E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524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D916A-EDFA-41F2-BC61-E24EFE48C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92204A-F2AE-40C4-959B-D91AD6E9D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8297DE-E9E8-4E84-B18A-B4BA1678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4D8948-9B2F-4274-B0C3-7E6D863B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AFFE4E-D0FC-4BF1-916C-1550CF2F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19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8CB2F-DC2D-4EE3-920B-C365697C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922561-B742-4C27-AC81-41C79FEE6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44CFBA-B8E7-47C2-979C-2DA113A64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258579-87B2-4D69-8F18-AC70784A4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39EC85-9850-4CD8-AF5B-11462976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18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B4D53-9971-4ED9-AC1F-5E0EEEBD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963CA9-A9B6-40C6-9939-B8B4A3D34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92DA30-F957-419F-B341-AFB88ECDF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932B9D-015F-4F98-8171-4E6A4C8D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B9F449-49AB-40E9-8BB6-97E8CACE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195AFA-9D7F-4BB0-B14A-4FFA54EE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27C3-610B-4FCD-9AF6-4A2179F6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6C3460-E695-4B69-ABD7-FB3A801B2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88B692-51A9-479A-851A-0B48BB6F1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686ABB-F718-4953-A920-AD91642AF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12529C5-06F3-4E0C-A47D-905F73E0E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063CAA-FE12-40BC-8A1A-A6F6F5BD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E76336A-D345-4A46-AA43-4A4572B40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D780B99-4953-4711-B0BF-ADC34FCC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95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A470A-FDC3-4EEC-A8D7-94A2465F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8FCF01-A798-4463-A340-5C713ADCD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04444A4-3733-4EED-B850-77B7829C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F8149D-2258-4523-95F7-1D4D34F1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827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C5485C-52BC-45CB-9768-03FE7766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7C7B2C-3D32-42E3-8C73-43D6FE9D8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3F8C60-E543-42AA-9C25-B5979440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33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3A0C5-EB5C-464B-9577-D960A09E7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CEC66A-397C-45C3-A388-E0FF7B33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87EE7F-2E5C-432C-9AF1-8EC7181AF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5F6481-FE9E-4B4D-99AB-7BC7BE0B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1C15FC-764A-4292-ADDE-A26B6B37B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71C7F9-A824-482C-89D3-42E32956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842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93B9E-9A75-42D2-8FAA-47D542444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5AAAC79-CAC6-4B35-B283-DB73A1FEF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42AAD8-C901-4AE1-9289-5F7456E10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443FD9-29D3-4A88-8388-CC59F925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47A4E9-4B43-4E24-A140-0F7AFBA0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40434C-9CD8-48B7-BCDC-D66D83DC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74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DB3F1-F6FE-4051-9C08-6AC9C8D7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F5EB78-7793-410C-9F3C-8C1DD3B54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6898E5-4927-46D4-9668-FAAAF34D9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9D79CE-2798-4A4D-97EB-1146E62B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2EB977-5548-4F96-A627-4D0F09DB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13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DC14A0-F16A-48DF-BDAC-F031B0685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5E5F8B-1C1C-43CC-A87A-9060AFD3D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B27D20-BB35-4072-91E6-C0BBD5CF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86FAD0-814E-41DC-8457-BBEE99A0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E910D0-CE9E-4296-8C9F-7FA5A2EF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780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B740B57-6CD6-46D4-8147-9D0268B5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AADF5E-6D97-4839-913F-B13D30C0F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DCA699-DDFE-4589-912C-F205511D78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CA96A-2A53-4EB7-BBFD-3A58DD947BCF}" type="datetimeFigureOut">
              <a:rPr lang="pt-BR" smtClean="0"/>
              <a:t>13/04/2020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BAC17D-8F0C-4951-BDB9-08FCCCB61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226A2C-3CB7-4260-B55E-4CF955406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78C98-AD63-4E43-AFE4-3214716BAC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67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1DCC57B2-E580-4360-ABEE-2F3F4515F19F}"/>
              </a:ext>
            </a:extLst>
          </p:cNvPr>
          <p:cNvGrpSpPr/>
          <p:nvPr/>
        </p:nvGrpSpPr>
        <p:grpSpPr>
          <a:xfrm>
            <a:off x="394994" y="3740458"/>
            <a:ext cx="10531129" cy="2912156"/>
            <a:chOff x="150123" y="2498027"/>
            <a:chExt cx="12302351" cy="4191000"/>
          </a:xfrm>
        </p:grpSpPr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C8C9E118-C3E3-423F-9177-2A84D1A6F10C}"/>
                </a:ext>
              </a:extLst>
            </p:cNvPr>
            <p:cNvGrpSpPr/>
            <p:nvPr/>
          </p:nvGrpSpPr>
          <p:grpSpPr>
            <a:xfrm>
              <a:off x="150123" y="3719791"/>
              <a:ext cx="4533163" cy="1872343"/>
              <a:chOff x="-592534" y="0"/>
              <a:chExt cx="11456477" cy="4797083"/>
            </a:xfrm>
          </p:grpSpPr>
          <p:pic>
            <p:nvPicPr>
              <p:cNvPr id="20" name="Imagem 19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1983482C-0DB3-4447-91C2-81A6A0D9E4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501" y="2159159"/>
                <a:ext cx="2539682" cy="2539682"/>
              </a:xfrm>
              <a:prstGeom prst="rect">
                <a:avLst/>
              </a:prstGeom>
            </p:spPr>
          </p:pic>
          <p:pic>
            <p:nvPicPr>
              <p:cNvPr id="21" name="Imagem 20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B466B6F5-A32A-4BDB-AB76-65269B54EE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1328057" y="1168830"/>
                <a:ext cx="1088571" cy="1088571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planta, flor, amarelo, laranja&#10;&#10;Descrição gerada automaticamente">
                <a:extLst>
                  <a:ext uri="{FF2B5EF4-FFF2-40B4-BE49-F238E27FC236}">
                    <a16:creationId xmlns:a16="http://schemas.microsoft.com/office/drawing/2014/main" id="{7324D2F0-A743-4809-80A1-A763672BA4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353542">
                <a:off x="-592534" y="1841135"/>
                <a:ext cx="5569831" cy="2539682"/>
              </a:xfrm>
              <a:prstGeom prst="rect">
                <a:avLst/>
              </a:prstGeom>
            </p:spPr>
          </p:pic>
          <p:pic>
            <p:nvPicPr>
              <p:cNvPr id="23" name="Imagem 22" descr="Uma imagem contendo fogos de artifício&#10;&#10;Descrição gerada automaticamente">
                <a:extLst>
                  <a:ext uri="{FF2B5EF4-FFF2-40B4-BE49-F238E27FC236}">
                    <a16:creationId xmlns:a16="http://schemas.microsoft.com/office/drawing/2014/main" id="{0853D0BE-8540-43A7-8E6F-8A85F798A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628" y="0"/>
                <a:ext cx="2539682" cy="2539682"/>
              </a:xfrm>
              <a:prstGeom prst="rect">
                <a:avLst/>
              </a:prstGeom>
            </p:spPr>
          </p:pic>
          <p:pic>
            <p:nvPicPr>
              <p:cNvPr id="24" name="Imagem 23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E770981D-B726-4291-8CF0-E20009927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82334" y="2257401"/>
                <a:ext cx="2539682" cy="2539682"/>
              </a:xfrm>
              <a:prstGeom prst="rect">
                <a:avLst/>
              </a:prstGeom>
            </p:spPr>
          </p:pic>
          <p:pic>
            <p:nvPicPr>
              <p:cNvPr id="25" name="Imagem 24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C4C135D8-DA0C-477C-BCAA-FB21952DA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7307890" y="1267072"/>
                <a:ext cx="1088571" cy="1088571"/>
              </a:xfrm>
              <a:prstGeom prst="rect">
                <a:avLst/>
              </a:prstGeom>
            </p:spPr>
          </p:pic>
          <p:pic>
            <p:nvPicPr>
              <p:cNvPr id="26" name="Imagem 25" descr="Uma imagem contendo desenho&#10;&#10;Descrição gerada automaticamente">
                <a:extLst>
                  <a:ext uri="{FF2B5EF4-FFF2-40B4-BE49-F238E27FC236}">
                    <a16:creationId xmlns:a16="http://schemas.microsoft.com/office/drawing/2014/main" id="{4768598C-A693-4754-BF4D-379942045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98407" y="44335"/>
                <a:ext cx="1865536" cy="1668780"/>
              </a:xfrm>
              <a:prstGeom prst="rect">
                <a:avLst/>
              </a:prstGeom>
            </p:spPr>
          </p:pic>
        </p:grpSp>
        <p:grpSp>
          <p:nvGrpSpPr>
            <p:cNvPr id="117" name="Agrupar 116">
              <a:extLst>
                <a:ext uri="{FF2B5EF4-FFF2-40B4-BE49-F238E27FC236}">
                  <a16:creationId xmlns:a16="http://schemas.microsoft.com/office/drawing/2014/main" id="{121E8FDE-35CA-430C-B7F5-8F6106FE3160}"/>
                </a:ext>
              </a:extLst>
            </p:cNvPr>
            <p:cNvGrpSpPr/>
            <p:nvPr/>
          </p:nvGrpSpPr>
          <p:grpSpPr>
            <a:xfrm>
              <a:off x="818790" y="2498027"/>
              <a:ext cx="11633684" cy="4191000"/>
              <a:chOff x="791957" y="2532293"/>
              <a:chExt cx="11633684" cy="4191000"/>
            </a:xfrm>
          </p:grpSpPr>
          <p:pic>
            <p:nvPicPr>
              <p:cNvPr id="17" name="Imagem 16" descr="Uma imagem contendo desenho&#10;&#10;Descrição gerada automaticamente">
                <a:extLst>
                  <a:ext uri="{FF2B5EF4-FFF2-40B4-BE49-F238E27FC236}">
                    <a16:creationId xmlns:a16="http://schemas.microsoft.com/office/drawing/2014/main" id="{44E605EC-4A9B-4C6F-BBCB-2556419205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77355" y="5246713"/>
                <a:ext cx="955579" cy="764463"/>
              </a:xfrm>
              <a:prstGeom prst="rect">
                <a:avLst/>
              </a:prstGeom>
            </p:spPr>
          </p:pic>
          <p:pic>
            <p:nvPicPr>
              <p:cNvPr id="27" name="Imagem 26" descr="Uma imagem contendo desenho&#10;&#10;Descrição gerada automaticamente">
                <a:extLst>
                  <a:ext uri="{FF2B5EF4-FFF2-40B4-BE49-F238E27FC236}">
                    <a16:creationId xmlns:a16="http://schemas.microsoft.com/office/drawing/2014/main" id="{464F3A9D-272F-4453-8654-A63229B9C2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21479" y="5228449"/>
                <a:ext cx="955579" cy="764463"/>
              </a:xfrm>
              <a:prstGeom prst="rect">
                <a:avLst/>
              </a:prstGeom>
            </p:spPr>
          </p:pic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0FB9D1E9-98EC-42B4-AE6E-6AEB8F4E9F39}"/>
                  </a:ext>
                </a:extLst>
              </p:cNvPr>
              <p:cNvSpPr txBox="1"/>
              <p:nvPr/>
            </p:nvSpPr>
            <p:spPr>
              <a:xfrm>
                <a:off x="3042018" y="3393741"/>
                <a:ext cx="9251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rgbClr val="FF0000"/>
                    </a:solidFill>
                  </a:rPr>
                  <a:t>80%-100%</a:t>
                </a:r>
              </a:p>
            </p:txBody>
          </p:sp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3F772DA-3404-4FBF-BFCB-259D7C38B4A4}"/>
                  </a:ext>
                </a:extLst>
              </p:cNvPr>
              <p:cNvSpPr txBox="1"/>
              <p:nvPr/>
            </p:nvSpPr>
            <p:spPr>
              <a:xfrm>
                <a:off x="791957" y="3732363"/>
                <a:ext cx="7178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rgbClr val="00B050"/>
                    </a:solidFill>
                  </a:rPr>
                  <a:t>40%</a:t>
                </a:r>
              </a:p>
            </p:txBody>
          </p:sp>
          <p:pic>
            <p:nvPicPr>
              <p:cNvPr id="38" name="Imagem 37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9808A8F9-C10A-4040-B3AD-999B8568DC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68572" y="2717951"/>
                <a:ext cx="935190" cy="935190"/>
              </a:xfrm>
              <a:prstGeom prst="rect">
                <a:avLst/>
              </a:prstGeom>
            </p:spPr>
          </p:pic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42503EC9-4237-4005-B45F-5D6590740BDD}"/>
                  </a:ext>
                </a:extLst>
              </p:cNvPr>
              <p:cNvSpPr/>
              <p:nvPr/>
            </p:nvSpPr>
            <p:spPr>
              <a:xfrm>
                <a:off x="1324769" y="5008689"/>
                <a:ext cx="4163632" cy="13541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55" name="Imagem 54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4A99CEE1-2216-43DB-AF7C-DD3220784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38819" y="4432196"/>
                <a:ext cx="2460613" cy="1700204"/>
              </a:xfrm>
              <a:prstGeom prst="rect">
                <a:avLst/>
              </a:prstGeom>
            </p:spPr>
          </p:pic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1A55556B-7AB5-4BBB-8E76-88BA0000A6F9}"/>
                  </a:ext>
                </a:extLst>
              </p:cNvPr>
              <p:cNvSpPr txBox="1"/>
              <p:nvPr/>
            </p:nvSpPr>
            <p:spPr>
              <a:xfrm rot="10800000" flipV="1">
                <a:off x="5107623" y="3367859"/>
                <a:ext cx="15175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Regulador de intensidade</a:t>
                </a:r>
              </a:p>
            </p:txBody>
          </p:sp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90E205AD-D7A4-44B3-B8EE-F404DC8C4688}"/>
                  </a:ext>
                </a:extLst>
              </p:cNvPr>
              <p:cNvSpPr txBox="1"/>
              <p:nvPr/>
            </p:nvSpPr>
            <p:spPr>
              <a:xfrm>
                <a:off x="6881967" y="4688228"/>
                <a:ext cx="2416671" cy="930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Banco de Dados</a:t>
                </a:r>
              </a:p>
              <a:p>
                <a:endParaRPr lang="pt-BR" dirty="0"/>
              </a:p>
            </p:txBody>
          </p:sp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C2909A1B-88CF-420C-93DD-4D56949202C1}"/>
                  </a:ext>
                </a:extLst>
              </p:cNvPr>
              <p:cNvSpPr txBox="1"/>
              <p:nvPr/>
            </p:nvSpPr>
            <p:spPr>
              <a:xfrm>
                <a:off x="2024782" y="6353961"/>
                <a:ext cx="31776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Sensores de Luminosidade</a:t>
                </a:r>
              </a:p>
            </p:txBody>
          </p:sp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4050CCAB-7019-4004-B0C2-ECD77A2D6B69}"/>
                  </a:ext>
                </a:extLst>
              </p:cNvPr>
              <p:cNvSpPr txBox="1"/>
              <p:nvPr/>
            </p:nvSpPr>
            <p:spPr>
              <a:xfrm>
                <a:off x="10679337" y="3596167"/>
                <a:ext cx="17463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Aplicação Web</a:t>
                </a:r>
              </a:p>
            </p:txBody>
          </p:sp>
          <p:grpSp>
            <p:nvGrpSpPr>
              <p:cNvPr id="96" name="Agrupar 95">
                <a:extLst>
                  <a:ext uri="{FF2B5EF4-FFF2-40B4-BE49-F238E27FC236}">
                    <a16:creationId xmlns:a16="http://schemas.microsoft.com/office/drawing/2014/main" id="{C42839FF-A262-4A8E-9D52-808F1720F358}"/>
                  </a:ext>
                </a:extLst>
              </p:cNvPr>
              <p:cNvGrpSpPr/>
              <p:nvPr/>
            </p:nvGrpSpPr>
            <p:grpSpPr>
              <a:xfrm>
                <a:off x="10100369" y="2532293"/>
                <a:ext cx="1079936" cy="1079936"/>
                <a:chOff x="8683158" y="2321669"/>
                <a:chExt cx="1079936" cy="1079936"/>
              </a:xfrm>
            </p:grpSpPr>
            <p:pic>
              <p:nvPicPr>
                <p:cNvPr id="71" name="Imagem 70" descr="Uma imagem contendo texto, relógio&#10;&#10;Descrição gerada automaticamente">
                  <a:extLst>
                    <a:ext uri="{FF2B5EF4-FFF2-40B4-BE49-F238E27FC236}">
                      <a16:creationId xmlns:a16="http://schemas.microsoft.com/office/drawing/2014/main" id="{E6E24DDA-CD26-40F1-AFDF-CC729EB638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83158" y="2321669"/>
                  <a:ext cx="1079936" cy="1079936"/>
                </a:xfrm>
                <a:prstGeom prst="rect">
                  <a:avLst/>
                </a:prstGeom>
              </p:spPr>
            </p:pic>
            <p:pic>
              <p:nvPicPr>
                <p:cNvPr id="73" name="Imagem 72">
                  <a:extLst>
                    <a:ext uri="{FF2B5EF4-FFF2-40B4-BE49-F238E27FC236}">
                      <a16:creationId xmlns:a16="http://schemas.microsoft.com/office/drawing/2014/main" id="{BC91594C-9DAB-43F4-88AD-CEAE8409AB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51915" y="2670453"/>
                  <a:ext cx="460001" cy="416127"/>
                </a:xfrm>
                <a:prstGeom prst="rect">
                  <a:avLst/>
                </a:prstGeom>
              </p:spPr>
            </p:pic>
          </p:grpSp>
          <p:sp>
            <p:nvSpPr>
              <p:cNvPr id="74" name="Seta: para Baixo 73">
                <a:extLst>
                  <a:ext uri="{FF2B5EF4-FFF2-40B4-BE49-F238E27FC236}">
                    <a16:creationId xmlns:a16="http://schemas.microsoft.com/office/drawing/2014/main" id="{0708DB67-1F13-48E1-9FB9-2E2DED99CF65}"/>
                  </a:ext>
                </a:extLst>
              </p:cNvPr>
              <p:cNvSpPr/>
              <p:nvPr/>
            </p:nvSpPr>
            <p:spPr>
              <a:xfrm>
                <a:off x="11124369" y="5116212"/>
                <a:ext cx="484632" cy="978408"/>
              </a:xfrm>
              <a:prstGeom prst="downArrow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82" name="Conector: Curvo 81">
                <a:extLst>
                  <a:ext uri="{FF2B5EF4-FFF2-40B4-BE49-F238E27FC236}">
                    <a16:creationId xmlns:a16="http://schemas.microsoft.com/office/drawing/2014/main" id="{E52EDA36-575A-46CE-9069-19FCEA8CB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9383" y="5143621"/>
                <a:ext cx="2179200" cy="595228"/>
              </a:xfrm>
              <a:prstGeom prst="curvedConnector3">
                <a:avLst>
                  <a:gd name="adj1" fmla="val 97150"/>
                </a:avLst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ector: Curvo 82">
                <a:extLst>
                  <a:ext uri="{FF2B5EF4-FFF2-40B4-BE49-F238E27FC236}">
                    <a16:creationId xmlns:a16="http://schemas.microsoft.com/office/drawing/2014/main" id="{B1850C04-29D1-468D-B05B-0ED212D82CD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267517" y="3220886"/>
                <a:ext cx="2516225" cy="774209"/>
              </a:xfrm>
              <a:prstGeom prst="curvedConnector3">
                <a:avLst>
                  <a:gd name="adj1" fmla="val 493"/>
                </a:avLst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ector: Curvo 89">
                <a:extLst>
                  <a:ext uri="{FF2B5EF4-FFF2-40B4-BE49-F238E27FC236}">
                    <a16:creationId xmlns:a16="http://schemas.microsoft.com/office/drawing/2014/main" id="{95AEE4A9-136E-4BC0-A6C7-DBBD2D41833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128961" y="3136242"/>
                <a:ext cx="3190490" cy="652213"/>
              </a:xfrm>
              <a:prstGeom prst="curvedConnector3">
                <a:avLst>
                  <a:gd name="adj1" fmla="val 100675"/>
                </a:avLst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ector: Curvo 96">
                <a:extLst>
                  <a:ext uri="{FF2B5EF4-FFF2-40B4-BE49-F238E27FC236}">
                    <a16:creationId xmlns:a16="http://schemas.microsoft.com/office/drawing/2014/main" id="{96245A3D-CED2-4C43-B648-260C0B2FDE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91433" y="3136267"/>
                <a:ext cx="1949042" cy="877924"/>
              </a:xfrm>
              <a:prstGeom prst="curvedConnector3">
                <a:avLst>
                  <a:gd name="adj1" fmla="val 844"/>
                </a:avLst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ector de Seta Reta 109">
                <a:extLst>
                  <a:ext uri="{FF2B5EF4-FFF2-40B4-BE49-F238E27FC236}">
                    <a16:creationId xmlns:a16="http://schemas.microsoft.com/office/drawing/2014/main" id="{57FAC3DF-66F3-4F1D-ACCD-98F14B35508A}"/>
                  </a:ext>
                </a:extLst>
              </p:cNvPr>
              <p:cNvCxnSpPr>
                <a:cxnSpLocks/>
                <a:stCxn id="71" idx="2"/>
              </p:cNvCxnSpPr>
              <p:nvPr/>
            </p:nvCxnSpPr>
            <p:spPr>
              <a:xfrm>
                <a:off x="10640337" y="3612229"/>
                <a:ext cx="0" cy="1014868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CE607810-B9E2-422E-BBC0-AE1F80297448}"/>
              </a:ext>
            </a:extLst>
          </p:cNvPr>
          <p:cNvGrpSpPr/>
          <p:nvPr/>
        </p:nvGrpSpPr>
        <p:grpSpPr>
          <a:xfrm>
            <a:off x="404545" y="1043103"/>
            <a:ext cx="9822513" cy="1872343"/>
            <a:chOff x="116497" y="275660"/>
            <a:chExt cx="9822513" cy="1872343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A40756FB-C83B-493F-8196-7BBE599C1FD4}"/>
                </a:ext>
              </a:extLst>
            </p:cNvPr>
            <p:cNvGrpSpPr/>
            <p:nvPr/>
          </p:nvGrpSpPr>
          <p:grpSpPr>
            <a:xfrm>
              <a:off x="116497" y="275660"/>
              <a:ext cx="4533163" cy="1872343"/>
              <a:chOff x="-592534" y="0"/>
              <a:chExt cx="11456477" cy="4797083"/>
            </a:xfrm>
          </p:grpSpPr>
          <p:pic>
            <p:nvPicPr>
              <p:cNvPr id="5" name="Imagem 4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27511F09-B99E-464C-9231-1434179513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501" y="2159159"/>
                <a:ext cx="2539682" cy="2539682"/>
              </a:xfrm>
              <a:prstGeom prst="rect">
                <a:avLst/>
              </a:prstGeom>
            </p:spPr>
          </p:pic>
          <p:pic>
            <p:nvPicPr>
              <p:cNvPr id="7" name="Imagem 6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37D3D462-73E5-45C9-9865-D3973AEB1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1328057" y="1168830"/>
                <a:ext cx="1088571" cy="1088571"/>
              </a:xfrm>
              <a:prstGeom prst="rect">
                <a:avLst/>
              </a:prstGeom>
            </p:spPr>
          </p:pic>
          <p:pic>
            <p:nvPicPr>
              <p:cNvPr id="9" name="Imagem 8" descr="Uma imagem contendo planta, flor, amarelo, laranja&#10;&#10;Descrição gerada automaticamente">
                <a:extLst>
                  <a:ext uri="{FF2B5EF4-FFF2-40B4-BE49-F238E27FC236}">
                    <a16:creationId xmlns:a16="http://schemas.microsoft.com/office/drawing/2014/main" id="{3F76EAD0-3FFA-4B27-BEE6-3999D2F87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353542">
                <a:off x="-592534" y="1841135"/>
                <a:ext cx="5569831" cy="2539682"/>
              </a:xfrm>
              <a:prstGeom prst="rect">
                <a:avLst/>
              </a:prstGeom>
            </p:spPr>
          </p:pic>
          <p:pic>
            <p:nvPicPr>
              <p:cNvPr id="11" name="Imagem 10" descr="Uma imagem contendo fogos de artifício&#10;&#10;Descrição gerada automaticamente">
                <a:extLst>
                  <a:ext uri="{FF2B5EF4-FFF2-40B4-BE49-F238E27FC236}">
                    <a16:creationId xmlns:a16="http://schemas.microsoft.com/office/drawing/2014/main" id="{56362277-EDD9-4295-B1CC-517808342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628" y="0"/>
                <a:ext cx="2539682" cy="2539682"/>
              </a:xfrm>
              <a:prstGeom prst="rect">
                <a:avLst/>
              </a:prstGeom>
            </p:spPr>
          </p:pic>
          <p:pic>
            <p:nvPicPr>
              <p:cNvPr id="12" name="Imagem 11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4933498F-866D-4C04-B2F2-7F99F6CC4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82334" y="2257401"/>
                <a:ext cx="2539682" cy="2539682"/>
              </a:xfrm>
              <a:prstGeom prst="rect">
                <a:avLst/>
              </a:prstGeom>
            </p:spPr>
          </p:pic>
          <p:pic>
            <p:nvPicPr>
              <p:cNvPr id="13" name="Imagem 12" descr="Fundo preto com letras brancas&#10;&#10;Descrição gerada automaticamente">
                <a:extLst>
                  <a:ext uri="{FF2B5EF4-FFF2-40B4-BE49-F238E27FC236}">
                    <a16:creationId xmlns:a16="http://schemas.microsoft.com/office/drawing/2014/main" id="{E8710B37-EAA8-4E5D-9B3A-FFC019AD3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7307890" y="1267072"/>
                <a:ext cx="1088571" cy="1088571"/>
              </a:xfrm>
              <a:prstGeom prst="rect">
                <a:avLst/>
              </a:prstGeom>
            </p:spPr>
          </p:pic>
          <p:pic>
            <p:nvPicPr>
              <p:cNvPr id="15" name="Imagem 14" descr="Uma imagem contendo desenho&#10;&#10;Descrição gerada automaticamente">
                <a:extLst>
                  <a:ext uri="{FF2B5EF4-FFF2-40B4-BE49-F238E27FC236}">
                    <a16:creationId xmlns:a16="http://schemas.microsoft.com/office/drawing/2014/main" id="{55C74864-DAC7-4307-8572-26BFD9A946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98407" y="44335"/>
                <a:ext cx="1865536" cy="1668780"/>
              </a:xfrm>
              <a:prstGeom prst="rect">
                <a:avLst/>
              </a:prstGeom>
            </p:spPr>
          </p:pic>
        </p:grp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85EF4D65-49CC-4EEF-96E6-D02928B86596}"/>
                </a:ext>
              </a:extLst>
            </p:cNvPr>
            <p:cNvSpPr txBox="1"/>
            <p:nvPr/>
          </p:nvSpPr>
          <p:spPr>
            <a:xfrm>
              <a:off x="3182823" y="386571"/>
              <a:ext cx="925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FF0000"/>
                  </a:solidFill>
                </a:rPr>
                <a:t>100%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BEDDBEBD-313F-472E-AF7B-6BC06F324D9F}"/>
                </a:ext>
              </a:extLst>
            </p:cNvPr>
            <p:cNvSpPr txBox="1"/>
            <p:nvPr/>
          </p:nvSpPr>
          <p:spPr>
            <a:xfrm>
              <a:off x="779562" y="313822"/>
              <a:ext cx="925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FF0000"/>
                  </a:solidFill>
                </a:rPr>
                <a:t>100%</a:t>
              </a:r>
            </a:p>
          </p:txBody>
        </p:sp>
        <p:pic>
          <p:nvPicPr>
            <p:cNvPr id="56" name="Imagem 55" descr="Fundo preto com letras brancas&#10;&#10;Descrição gerada automaticamente">
              <a:extLst>
                <a:ext uri="{FF2B5EF4-FFF2-40B4-BE49-F238E27FC236}">
                  <a16:creationId xmlns:a16="http://schemas.microsoft.com/office/drawing/2014/main" id="{2580A1D1-7F3E-4295-B478-05D62ED0E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6081" y="285374"/>
              <a:ext cx="2460613" cy="1700204"/>
            </a:xfrm>
            <a:prstGeom prst="rect">
              <a:avLst/>
            </a:prstGeom>
          </p:spPr>
        </p:pic>
        <p:sp>
          <p:nvSpPr>
            <p:cNvPr id="75" name="Seta: para Baixo 74">
              <a:extLst>
                <a:ext uri="{FF2B5EF4-FFF2-40B4-BE49-F238E27FC236}">
                  <a16:creationId xmlns:a16="http://schemas.microsoft.com/office/drawing/2014/main" id="{7C9E40C5-84D8-49F4-B955-B993E06BD6DA}"/>
                </a:ext>
              </a:extLst>
            </p:cNvPr>
            <p:cNvSpPr/>
            <p:nvPr/>
          </p:nvSpPr>
          <p:spPr>
            <a:xfrm rot="10800000">
              <a:off x="9454378" y="590893"/>
              <a:ext cx="484632" cy="978408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2" name="Conector de Seta Reta 111">
              <a:extLst>
                <a:ext uri="{FF2B5EF4-FFF2-40B4-BE49-F238E27FC236}">
                  <a16:creationId xmlns:a16="http://schemas.microsoft.com/office/drawing/2014/main" id="{F3CCB9C2-170C-4667-BD49-3B4218A3B2F9}"/>
                </a:ext>
              </a:extLst>
            </p:cNvPr>
            <p:cNvCxnSpPr>
              <a:cxnSpLocks/>
            </p:cNvCxnSpPr>
            <p:nvPr/>
          </p:nvCxnSpPr>
          <p:spPr>
            <a:xfrm>
              <a:off x="4549013" y="1195133"/>
              <a:ext cx="2687068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Retângulo 119">
            <a:extLst>
              <a:ext uri="{FF2B5EF4-FFF2-40B4-BE49-F238E27FC236}">
                <a16:creationId xmlns:a16="http://schemas.microsoft.com/office/drawing/2014/main" id="{86CF65C5-7F7C-4C2F-A203-7FF76A9DB5A9}"/>
              </a:ext>
            </a:extLst>
          </p:cNvPr>
          <p:cNvSpPr/>
          <p:nvPr/>
        </p:nvSpPr>
        <p:spPr>
          <a:xfrm>
            <a:off x="550399" y="3159887"/>
            <a:ext cx="10218110" cy="358544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A59ED1F7-6E19-45CA-815B-0486FD0483A7}"/>
              </a:ext>
            </a:extLst>
          </p:cNvPr>
          <p:cNvSpPr/>
          <p:nvPr/>
        </p:nvSpPr>
        <p:spPr>
          <a:xfrm>
            <a:off x="550398" y="252393"/>
            <a:ext cx="10218111" cy="27326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4" name="Agrupar 133">
            <a:extLst>
              <a:ext uri="{FF2B5EF4-FFF2-40B4-BE49-F238E27FC236}">
                <a16:creationId xmlns:a16="http://schemas.microsoft.com/office/drawing/2014/main" id="{A5451088-7D11-4DE4-8798-D21EB6B245A9}"/>
              </a:ext>
            </a:extLst>
          </p:cNvPr>
          <p:cNvGrpSpPr/>
          <p:nvPr/>
        </p:nvGrpSpPr>
        <p:grpSpPr>
          <a:xfrm>
            <a:off x="3648235" y="3127862"/>
            <a:ext cx="2772090" cy="646331"/>
            <a:chOff x="3648235" y="3127862"/>
            <a:chExt cx="2772090" cy="646331"/>
          </a:xfrm>
        </p:grpSpPr>
        <p:pic>
          <p:nvPicPr>
            <p:cNvPr id="125" name="Imagem 124" descr="Uma imagem contendo relógio&#10;&#10;Descrição gerada automaticamente">
              <a:extLst>
                <a:ext uri="{FF2B5EF4-FFF2-40B4-BE49-F238E27FC236}">
                  <a16:creationId xmlns:a16="http://schemas.microsoft.com/office/drawing/2014/main" id="{1D04A570-8FE1-4D85-ACB4-69A215071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133" y="3228110"/>
              <a:ext cx="445835" cy="445835"/>
            </a:xfrm>
            <a:prstGeom prst="rect">
              <a:avLst/>
            </a:prstGeom>
          </p:spPr>
        </p:pic>
        <p:sp>
          <p:nvSpPr>
            <p:cNvPr id="126" name="CaixaDeTexto 125">
              <a:extLst>
                <a:ext uri="{FF2B5EF4-FFF2-40B4-BE49-F238E27FC236}">
                  <a16:creationId xmlns:a16="http://schemas.microsoft.com/office/drawing/2014/main" id="{D322AA7C-49ED-4B81-86E7-A883385B27D2}"/>
                </a:ext>
              </a:extLst>
            </p:cNvPr>
            <p:cNvSpPr txBox="1"/>
            <p:nvPr/>
          </p:nvSpPr>
          <p:spPr>
            <a:xfrm>
              <a:off x="4574006" y="3189417"/>
              <a:ext cx="11083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 err="1">
                  <a:solidFill>
                    <a:srgbClr val="FFD7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Lumi</a:t>
              </a:r>
              <a:endParaRPr lang="pt-BR" dirty="0">
                <a:solidFill>
                  <a:srgbClr val="FFD700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7" name="CaixaDeTexto 126">
              <a:extLst>
                <a:ext uri="{FF2B5EF4-FFF2-40B4-BE49-F238E27FC236}">
                  <a16:creationId xmlns:a16="http://schemas.microsoft.com/office/drawing/2014/main" id="{48D2C8E4-D326-4F93-97F4-34B4C986D858}"/>
                </a:ext>
              </a:extLst>
            </p:cNvPr>
            <p:cNvSpPr txBox="1"/>
            <p:nvPr/>
          </p:nvSpPr>
          <p:spPr>
            <a:xfrm>
              <a:off x="5366286" y="3189417"/>
              <a:ext cx="1054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 err="1">
                  <a:latin typeface="Aharoni" panose="02010803020104030203" pitchFamily="2" charset="-79"/>
                  <a:cs typeface="Aharoni" panose="02010803020104030203" pitchFamily="2" charset="-79"/>
                </a:rPr>
                <a:t>nous</a:t>
              </a:r>
              <a:endParaRPr lang="pt-BR" sz="28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3DFC946A-717A-4F7C-A5F9-11BA9BF5243F}"/>
                </a:ext>
              </a:extLst>
            </p:cNvPr>
            <p:cNvSpPr txBox="1"/>
            <p:nvPr/>
          </p:nvSpPr>
          <p:spPr>
            <a:xfrm>
              <a:off x="3648235" y="3127862"/>
              <a:ext cx="6775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latin typeface="Aharoni" panose="02010803020104030203" pitchFamily="2" charset="-79"/>
                  <a:cs typeface="Aharoni" panose="02010803020104030203" pitchFamily="2" charset="-79"/>
                </a:rPr>
                <a:t>C</a:t>
              </a:r>
              <a:r>
                <a:rPr lang="pt-BR" sz="3600" dirty="0">
                  <a:latin typeface="Aharoni" panose="02010803020104030203" pitchFamily="2" charset="-79"/>
                  <a:cs typeface="Aharoni" panose="02010803020104030203" pitchFamily="2" charset="-79"/>
                </a:rPr>
                <a:t>/</a:t>
              </a:r>
              <a:endParaRPr lang="pt-BR" sz="28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BB1A8888-9816-4A19-BB0E-E476A0BF6DB3}"/>
              </a:ext>
            </a:extLst>
          </p:cNvPr>
          <p:cNvGrpSpPr/>
          <p:nvPr/>
        </p:nvGrpSpPr>
        <p:grpSpPr>
          <a:xfrm>
            <a:off x="3407214" y="269165"/>
            <a:ext cx="2849224" cy="646331"/>
            <a:chOff x="3407214" y="269165"/>
            <a:chExt cx="2849224" cy="646331"/>
          </a:xfrm>
        </p:grpSpPr>
        <p:sp>
          <p:nvSpPr>
            <p:cNvPr id="130" name="CaixaDeTexto 129">
              <a:extLst>
                <a:ext uri="{FF2B5EF4-FFF2-40B4-BE49-F238E27FC236}">
                  <a16:creationId xmlns:a16="http://schemas.microsoft.com/office/drawing/2014/main" id="{948884CF-C1CF-4A19-A0F4-67E8A15D5186}"/>
                </a:ext>
              </a:extLst>
            </p:cNvPr>
            <p:cNvSpPr txBox="1"/>
            <p:nvPr/>
          </p:nvSpPr>
          <p:spPr>
            <a:xfrm>
              <a:off x="4410119" y="348579"/>
              <a:ext cx="11083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 err="1">
                  <a:solidFill>
                    <a:srgbClr val="FFD700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Lumi</a:t>
              </a:r>
              <a:endParaRPr lang="pt-BR" sz="2800" dirty="0">
                <a:solidFill>
                  <a:srgbClr val="FFD700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1" name="CaixaDeTexto 130">
              <a:extLst>
                <a:ext uri="{FF2B5EF4-FFF2-40B4-BE49-F238E27FC236}">
                  <a16:creationId xmlns:a16="http://schemas.microsoft.com/office/drawing/2014/main" id="{74BE8DC3-A261-42A6-B3AA-60C82DEE623C}"/>
                </a:ext>
              </a:extLst>
            </p:cNvPr>
            <p:cNvSpPr txBox="1"/>
            <p:nvPr/>
          </p:nvSpPr>
          <p:spPr>
            <a:xfrm>
              <a:off x="5202399" y="348579"/>
              <a:ext cx="1054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 err="1">
                  <a:latin typeface="Aharoni" panose="02010803020104030203" pitchFamily="2" charset="-79"/>
                  <a:cs typeface="Aharoni" panose="02010803020104030203" pitchFamily="2" charset="-79"/>
                </a:rPr>
                <a:t>nous</a:t>
              </a:r>
              <a:endParaRPr lang="pt-BR" sz="28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32" name="CaixaDeTexto 131">
              <a:extLst>
                <a:ext uri="{FF2B5EF4-FFF2-40B4-BE49-F238E27FC236}">
                  <a16:creationId xmlns:a16="http://schemas.microsoft.com/office/drawing/2014/main" id="{DA336C4C-7871-444D-999F-07644148E2C2}"/>
                </a:ext>
              </a:extLst>
            </p:cNvPr>
            <p:cNvSpPr txBox="1"/>
            <p:nvPr/>
          </p:nvSpPr>
          <p:spPr>
            <a:xfrm>
              <a:off x="3407214" y="269165"/>
              <a:ext cx="6775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latin typeface="Aharoni" panose="02010803020104030203" pitchFamily="2" charset="-79"/>
                  <a:cs typeface="Aharoni" panose="02010803020104030203" pitchFamily="2" charset="-79"/>
                </a:rPr>
                <a:t>S</a:t>
              </a:r>
              <a:r>
                <a:rPr lang="pt-BR" sz="3600" dirty="0">
                  <a:latin typeface="Aharoni" panose="02010803020104030203" pitchFamily="2" charset="-79"/>
                  <a:cs typeface="Aharoni" panose="02010803020104030203" pitchFamily="2" charset="-79"/>
                </a:rPr>
                <a:t>/</a:t>
              </a:r>
              <a:endParaRPr lang="pt-BR" sz="28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pic>
        <p:nvPicPr>
          <p:cNvPr id="33" name="Imagem 32">
            <a:extLst>
              <a:ext uri="{FF2B5EF4-FFF2-40B4-BE49-F238E27FC236}">
                <a16:creationId xmlns:a16="http://schemas.microsoft.com/office/drawing/2014/main" id="{93D9AF92-FEE1-4A73-9463-FA9E0049B29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7016" y="348579"/>
            <a:ext cx="445047" cy="44504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A9CB3E72-9838-4300-8ECF-4218877080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236" y="4534828"/>
            <a:ext cx="1672058" cy="1001091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44DCB198-EF43-43AE-BE66-E040EF74B6B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05131" y="5952651"/>
            <a:ext cx="516093" cy="55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376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Aharoni</vt:lpstr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Rhian Bottura</dc:creator>
  <cp:lastModifiedBy>Adélia Oliveira</cp:lastModifiedBy>
  <cp:revision>11</cp:revision>
  <dcterms:created xsi:type="dcterms:W3CDTF">2020-04-05T22:35:03Z</dcterms:created>
  <dcterms:modified xsi:type="dcterms:W3CDTF">2020-04-13T14:36:39Z</dcterms:modified>
</cp:coreProperties>
</file>