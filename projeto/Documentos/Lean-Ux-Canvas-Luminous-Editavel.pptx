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E2FF"/>
    <a:srgbClr val="FFF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76" d="100"/>
          <a:sy n="76" d="100"/>
        </p:scale>
        <p:origin x="2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E313B-576E-4BF1-84F8-8AFA6AAA4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C41CFE-F206-4E95-B1E1-888AFEFC9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D1F55A-C4F5-470F-B06C-06C34FA33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250D8-0CD4-4F6A-A80D-10392B57B800}" type="datetimeFigureOut">
              <a:rPr lang="pt-BR" smtClean="0"/>
              <a:t>11/09/2020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A63967-720E-45EF-AAF9-75152842F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950699-21AB-4435-A99E-983E6D38D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C537-70A4-4B57-B8A9-3655E34430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5667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BFA1-9F51-4ED8-9DE1-F2C49B6AA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F4F27A-64BA-4CCA-B93D-097248C8D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F753F4-D976-4DC5-AC95-9E4B24205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250D8-0CD4-4F6A-A80D-10392B57B800}" type="datetimeFigureOut">
              <a:rPr lang="pt-BR" smtClean="0"/>
              <a:t>11/09/2020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396767-1BE8-4143-803B-27AEB56C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B1AD0A-A421-4A56-936F-BEB5E4CCD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C537-70A4-4B57-B8A9-3655E34430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929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9234A7-C2EA-4A8F-8FF7-730B01145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B322BB-D375-44E3-BC7B-750367A08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D154A-C0EF-4D7C-B4B1-4A6E7307A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250D8-0CD4-4F6A-A80D-10392B57B800}" type="datetimeFigureOut">
              <a:rPr lang="pt-BR" smtClean="0"/>
              <a:t>11/09/2020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D8228F-5A6D-4CEF-BBAF-F29E2B168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0566D0-230B-46B6-98BA-99AED5962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C537-70A4-4B57-B8A9-3655E34430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5612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AEA004-63C3-4946-A92F-9BD3B9F8B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5A77F3-98DF-476B-8FBB-C392B19512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4D0733F-79C2-4AD6-99CB-706A54C409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13A0D8-39D3-4515-B0A7-752BECDED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250D8-0CD4-4F6A-A80D-10392B57B800}" type="datetimeFigureOut">
              <a:rPr lang="pt-BR" smtClean="0"/>
              <a:t>11/09/2020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6CCFFA-AB8F-4C9F-AE75-F5B8C92F0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387DC5-8222-4DC8-B5DB-BA335D8BA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C537-70A4-4B57-B8A9-3655E34430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4942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CC376-1279-46B0-A20A-55BFDE1AD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2FF7557-7DB0-41F8-A1DE-4F70FD070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B67A6C-BE76-4BAD-B2EA-C059BFB2C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D1795EE-2489-4DAD-B0DB-355F11793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38A1B74-A923-47A5-BE96-A68F04D090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BE41910-821C-414D-AC25-4304B33EF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250D8-0CD4-4F6A-A80D-10392B57B800}" type="datetimeFigureOut">
              <a:rPr lang="pt-BR" smtClean="0"/>
              <a:t>11/09/2020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2003F8B-38BC-41A6-9990-F1A66F62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D7361D8-EB59-463F-B9F8-E8FE9735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C537-70A4-4B57-B8A9-3655E34430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85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211CD3-2F77-49C9-870B-73A3654DF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9E4BEC5-3B78-45D6-8354-75A7A5E95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250D8-0CD4-4F6A-A80D-10392B57B800}" type="datetimeFigureOut">
              <a:rPr lang="pt-BR" smtClean="0"/>
              <a:t>11/09/2020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8C61755-55E7-4921-ACFE-ED3BD2ECE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BB52734-D317-48E0-ACDA-F54478549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C537-70A4-4B57-B8A9-3655E34430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8809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14AA1EA-97F6-42D0-A61E-E2DE3DBE2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250D8-0CD4-4F6A-A80D-10392B57B800}" type="datetimeFigureOut">
              <a:rPr lang="pt-BR" smtClean="0"/>
              <a:t>11/09/2020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D9497A6-417D-4BE3-9DE2-1F56F73C3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41850CA-F6E6-42CA-9DA0-D5A286271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C537-70A4-4B57-B8A9-3655E34430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0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B5E129-2FF8-4B5A-BEA1-D4FEAD058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D3813A-D95C-4CFC-A805-F353A5043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9FC6DA5-9BC4-4B8B-81B2-D3BCF0738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413917-5DB3-425A-B18D-7B76E32D3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250D8-0CD4-4F6A-A80D-10392B57B800}" type="datetimeFigureOut">
              <a:rPr lang="pt-BR" smtClean="0"/>
              <a:t>11/09/2020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554412-B2C2-492C-9B85-3F7B5D62B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226436-245C-4EF9-BDA9-BD08D2673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C537-70A4-4B57-B8A9-3655E34430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0190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3A1C5-B84B-4257-A0F3-FA838E16B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DF73402-7FBA-410F-9EE3-FB66B16E61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B4805A8-8216-4254-935F-E1E86257C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DCD564-F074-48F7-B382-3E1DE017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250D8-0CD4-4F6A-A80D-10392B57B800}" type="datetimeFigureOut">
              <a:rPr lang="pt-BR" smtClean="0"/>
              <a:t>11/09/2020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2C0CAD-8190-4D04-9EA7-5FF6A9A2D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D222A43-BCB0-437C-8D5D-BB82FAAFF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C537-70A4-4B57-B8A9-3655E34430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4163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BF5ADD-1A16-4AD0-99AA-1A76C97C0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62454E1-38C6-453B-8F09-123774C90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A3B003-AEAC-4DCD-8773-4D5F107B2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250D8-0CD4-4F6A-A80D-10392B57B800}" type="datetimeFigureOut">
              <a:rPr lang="pt-BR" smtClean="0"/>
              <a:t>11/09/2020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298BDE-F3C7-4480-8A52-5D7156469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68E470-02D5-45FC-90B6-49E8F1AC8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C537-70A4-4B57-B8A9-3655E34430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5962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3E70A87-A8F0-42BC-AD8E-1C318DE95A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510D6CF-5584-4040-9D62-44FAF5FAD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2CA44B-2AA9-403E-BADE-F2A9C2A9D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250D8-0CD4-4F6A-A80D-10392B57B800}" type="datetimeFigureOut">
              <a:rPr lang="pt-BR" smtClean="0"/>
              <a:t>11/09/2020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27330B-EFEC-476A-A235-491A9A5C5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AD8F5B-C243-4FEA-9477-1FFC6A661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8C537-70A4-4B57-B8A9-3655E34430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8774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3A6E083-FE91-4E6B-B4B7-0C808B99F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3005BE-7DAD-4B4E-9994-7952C9DE4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33E724-9054-4D06-AFDE-6D9E430F27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0250D8-0CD4-4F6A-A80D-10392B57B800}" type="datetimeFigureOut">
              <a:rPr lang="pt-BR" smtClean="0"/>
              <a:t>11/09/2020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E6AE45-6042-4AE3-BC83-EA56A94FA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B7C5EA-B50F-4F03-8D2C-F0D855FD7D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8C537-70A4-4B57-B8A9-3655E34430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3903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8C711AB0-ACE3-4F2A-BBE7-95A2FD078D6F}"/>
              </a:ext>
            </a:extLst>
          </p:cNvPr>
          <p:cNvSpPr txBox="1"/>
          <p:nvPr/>
        </p:nvSpPr>
        <p:spPr>
          <a:xfrm>
            <a:off x="101600" y="863600"/>
            <a:ext cx="35814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latin typeface="MV Boli" panose="02000500030200090000" pitchFamily="2" charset="0"/>
                <a:cs typeface="MV Boli" panose="02000500030200090000" pitchFamily="2" charset="0"/>
              </a:rPr>
              <a:t>Problemas, necessidades</a:t>
            </a:r>
          </a:p>
          <a:p>
            <a:r>
              <a:rPr lang="pt-BR" sz="2400" dirty="0">
                <a:latin typeface="MV Boli" panose="02000500030200090000" pitchFamily="2" charset="0"/>
                <a:cs typeface="MV Boli" panose="02000500030200090000" pitchFamily="2" charset="0"/>
              </a:rPr>
              <a:t>ou tarefas identificadas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473CD24-617F-47B8-9FF2-7AAA9ABA5D73}"/>
              </a:ext>
            </a:extLst>
          </p:cNvPr>
          <p:cNvSpPr txBox="1"/>
          <p:nvPr/>
        </p:nvSpPr>
        <p:spPr>
          <a:xfrm>
            <a:off x="2810919" y="116212"/>
            <a:ext cx="71962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latin typeface="MV Boli" panose="02000500030200090000" pitchFamily="2" charset="0"/>
                <a:cs typeface="MV Boli" panose="02000500030200090000" pitchFamily="2" charset="0"/>
              </a:rPr>
              <a:t>Monitorar CPU, Disco, Memória do Computador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904D2BA-633C-4872-9C2B-346C14A25505}"/>
              </a:ext>
            </a:extLst>
          </p:cNvPr>
          <p:cNvSpPr txBox="1"/>
          <p:nvPr/>
        </p:nvSpPr>
        <p:spPr>
          <a:xfrm>
            <a:off x="4851909" y="863599"/>
            <a:ext cx="25747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latin typeface="MV Boli" panose="02000500030200090000" pitchFamily="2" charset="0"/>
                <a:cs typeface="MV Boli" panose="02000500030200090000" pitchFamily="2" charset="0"/>
              </a:rPr>
              <a:t>Ideias e Soluções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C0262FE-8B2B-4B2F-B366-A1273540E55B}"/>
              </a:ext>
            </a:extLst>
          </p:cNvPr>
          <p:cNvSpPr txBox="1"/>
          <p:nvPr/>
        </p:nvSpPr>
        <p:spPr>
          <a:xfrm>
            <a:off x="8595533" y="863599"/>
            <a:ext cx="3494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latin typeface="MV Boli" panose="02000500030200090000" pitchFamily="2" charset="0"/>
                <a:cs typeface="MV Boli" panose="02000500030200090000" pitchFamily="2" charset="0"/>
              </a:rPr>
              <a:t>Benefícios para os</a:t>
            </a:r>
          </a:p>
          <a:p>
            <a:r>
              <a:rPr lang="pt-BR" sz="2400" dirty="0">
                <a:latin typeface="MV Boli" panose="02000500030200090000" pitchFamily="2" charset="0"/>
                <a:cs typeface="MV Boli" panose="02000500030200090000" pitchFamily="2" charset="0"/>
              </a:rPr>
              <a:t>negócios e para o time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0B90F8A-36B4-46B5-B03F-83DCBC3691DA}"/>
              </a:ext>
            </a:extLst>
          </p:cNvPr>
          <p:cNvCxnSpPr>
            <a:cxnSpLocks/>
          </p:cNvCxnSpPr>
          <p:nvPr/>
        </p:nvCxnSpPr>
        <p:spPr>
          <a:xfrm>
            <a:off x="4330700" y="647700"/>
            <a:ext cx="0" cy="621030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CF3423B6-2425-4225-97AE-ADB5A373C043}"/>
              </a:ext>
            </a:extLst>
          </p:cNvPr>
          <p:cNvCxnSpPr>
            <a:cxnSpLocks/>
          </p:cNvCxnSpPr>
          <p:nvPr/>
        </p:nvCxnSpPr>
        <p:spPr>
          <a:xfrm>
            <a:off x="8033003" y="647700"/>
            <a:ext cx="0" cy="621030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6DBFB435-0994-41CB-9D12-1A0D9A726CD5}"/>
              </a:ext>
            </a:extLst>
          </p:cNvPr>
          <p:cNvSpPr/>
          <p:nvPr/>
        </p:nvSpPr>
        <p:spPr>
          <a:xfrm rot="21173203">
            <a:off x="199496" y="1837116"/>
            <a:ext cx="2197095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Monitorar CPU, Disco, Memória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73FFB64-6A0B-4E28-9A54-337B378AAA47}"/>
              </a:ext>
            </a:extLst>
          </p:cNvPr>
          <p:cNvSpPr/>
          <p:nvPr/>
        </p:nvSpPr>
        <p:spPr>
          <a:xfrm rot="321563">
            <a:off x="2695208" y="1825468"/>
            <a:ext cx="1349981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Armazenar os dados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D852B91-FCF5-41A8-A203-448A02063AB9}"/>
              </a:ext>
            </a:extLst>
          </p:cNvPr>
          <p:cNvSpPr/>
          <p:nvPr/>
        </p:nvSpPr>
        <p:spPr>
          <a:xfrm>
            <a:off x="1905618" y="2628024"/>
            <a:ext cx="1429487" cy="65166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Emitir Gráficos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D6FEBC95-D75B-4056-9233-CB9F3FFBDBEB}"/>
              </a:ext>
            </a:extLst>
          </p:cNvPr>
          <p:cNvCxnSpPr>
            <a:cxnSpLocks/>
          </p:cNvCxnSpPr>
          <p:nvPr/>
        </p:nvCxnSpPr>
        <p:spPr>
          <a:xfrm>
            <a:off x="351142" y="3429000"/>
            <a:ext cx="37338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tângulo 19">
            <a:extLst>
              <a:ext uri="{FF2B5EF4-FFF2-40B4-BE49-F238E27FC236}">
                <a16:creationId xmlns:a16="http://schemas.microsoft.com/office/drawing/2014/main" id="{7848EBED-63E2-4FBB-8C4D-307512E19DC6}"/>
              </a:ext>
            </a:extLst>
          </p:cNvPr>
          <p:cNvSpPr/>
          <p:nvPr/>
        </p:nvSpPr>
        <p:spPr>
          <a:xfrm rot="356305">
            <a:off x="1213430" y="4075249"/>
            <a:ext cx="1941120" cy="900130"/>
          </a:xfrm>
          <a:prstGeom prst="rect">
            <a:avLst/>
          </a:prstGeom>
          <a:solidFill>
            <a:srgbClr val="8FE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Analistas de monitoramento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7299681-6375-457E-9655-F70061579576}"/>
              </a:ext>
            </a:extLst>
          </p:cNvPr>
          <p:cNvSpPr/>
          <p:nvPr/>
        </p:nvSpPr>
        <p:spPr>
          <a:xfrm>
            <a:off x="241920" y="4940304"/>
            <a:ext cx="1663698" cy="808426"/>
          </a:xfrm>
          <a:prstGeom prst="rect">
            <a:avLst/>
          </a:prstGeom>
          <a:solidFill>
            <a:srgbClr val="8FE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Supervisores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BD6E5B7-37DE-4BCF-BBD8-E41B3395437D}"/>
              </a:ext>
            </a:extLst>
          </p:cNvPr>
          <p:cNvSpPr/>
          <p:nvPr/>
        </p:nvSpPr>
        <p:spPr>
          <a:xfrm>
            <a:off x="4491250" y="1426508"/>
            <a:ext cx="2038066" cy="102549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Utilizar API em Python com biblioteca Psutil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1997C1A-A625-458C-B7AB-4810BBE2422A}"/>
              </a:ext>
            </a:extLst>
          </p:cNvPr>
          <p:cNvSpPr/>
          <p:nvPr/>
        </p:nvSpPr>
        <p:spPr>
          <a:xfrm>
            <a:off x="4611153" y="3421397"/>
            <a:ext cx="1548630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Utilizar MySql Workbench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8CE242D-47CE-4FAD-9EA3-F9C9CDD0FB5A}"/>
              </a:ext>
            </a:extLst>
          </p:cNvPr>
          <p:cNvSpPr/>
          <p:nvPr/>
        </p:nvSpPr>
        <p:spPr>
          <a:xfrm rot="363406">
            <a:off x="6416432" y="2009253"/>
            <a:ext cx="1460301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Utilizar Oshi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E5AD84A-2A1F-4290-9E02-59DFB438561B}"/>
              </a:ext>
            </a:extLst>
          </p:cNvPr>
          <p:cNvSpPr/>
          <p:nvPr/>
        </p:nvSpPr>
        <p:spPr>
          <a:xfrm rot="506880">
            <a:off x="6029093" y="3849699"/>
            <a:ext cx="1779409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Utilizar Banco de dados em Nuvem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67F60C16-3658-4BCB-A528-C6129873C310}"/>
              </a:ext>
            </a:extLst>
          </p:cNvPr>
          <p:cNvSpPr/>
          <p:nvPr/>
        </p:nvSpPr>
        <p:spPr>
          <a:xfrm rot="21181759">
            <a:off x="4540921" y="4992943"/>
            <a:ext cx="1745646" cy="7659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Gerar gráficos com Python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013CE4F9-F596-4176-B489-EFFF17138023}"/>
              </a:ext>
            </a:extLst>
          </p:cNvPr>
          <p:cNvSpPr/>
          <p:nvPr/>
        </p:nvSpPr>
        <p:spPr>
          <a:xfrm>
            <a:off x="5779579" y="5607744"/>
            <a:ext cx="1894433" cy="9083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Utilizar gráficos gerados pelo Oshi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46F76189-6A7F-44D1-B9CD-B15B4824981E}"/>
              </a:ext>
            </a:extLst>
          </p:cNvPr>
          <p:cNvSpPr/>
          <p:nvPr/>
        </p:nvSpPr>
        <p:spPr>
          <a:xfrm>
            <a:off x="8160003" y="1703182"/>
            <a:ext cx="2556780" cy="9248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Capturar os dados de CPU, Disco, Memoria do computador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DAB68930-F7CD-443A-A09D-4CC391086C83}"/>
              </a:ext>
            </a:extLst>
          </p:cNvPr>
          <p:cNvSpPr/>
          <p:nvPr/>
        </p:nvSpPr>
        <p:spPr>
          <a:xfrm>
            <a:off x="10286382" y="2294316"/>
            <a:ext cx="1664936" cy="9248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Facilidade ao monitorar o computador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89D7AC99-D876-4F10-9F60-A00772C6F4FE}"/>
              </a:ext>
            </a:extLst>
          </p:cNvPr>
          <p:cNvSpPr/>
          <p:nvPr/>
        </p:nvSpPr>
        <p:spPr>
          <a:xfrm>
            <a:off x="8199990" y="3038392"/>
            <a:ext cx="1453129" cy="10961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Conseguir analisar os dados após coleta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E0BC562B-81F6-4DBB-B6E3-72C90C65B9D9}"/>
              </a:ext>
            </a:extLst>
          </p:cNvPr>
          <p:cNvSpPr/>
          <p:nvPr/>
        </p:nvSpPr>
        <p:spPr>
          <a:xfrm>
            <a:off x="9336700" y="3810292"/>
            <a:ext cx="2054133" cy="10961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Conseguir manter os dados armazenados de forma segura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2365B01B-35D7-4B96-9423-D1BD31687FE9}"/>
              </a:ext>
            </a:extLst>
          </p:cNvPr>
          <p:cNvSpPr/>
          <p:nvPr/>
        </p:nvSpPr>
        <p:spPr>
          <a:xfrm>
            <a:off x="8199813" y="5098860"/>
            <a:ext cx="1894433" cy="9083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Facilidade ao analisar os dados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D7943803-6271-47CC-8ACB-0EE6D22FE881}"/>
              </a:ext>
            </a:extLst>
          </p:cNvPr>
          <p:cNvSpPr/>
          <p:nvPr/>
        </p:nvSpPr>
        <p:spPr>
          <a:xfrm>
            <a:off x="9739414" y="5607744"/>
            <a:ext cx="2054134" cy="113536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Conseguir saber onde há maior concentração de falha</a:t>
            </a:r>
          </a:p>
        </p:txBody>
      </p:sp>
    </p:spTree>
    <p:extLst>
      <p:ext uri="{BB962C8B-B14F-4D97-AF65-F5344CB8AC3E}">
        <p14:creationId xmlns:p14="http://schemas.microsoft.com/office/powerpoint/2010/main" val="39021019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110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MV Boli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ANDRÉ MOURA DA SILVA .</dc:creator>
  <cp:lastModifiedBy>ANDRÉ MOURA DA SILVA .</cp:lastModifiedBy>
  <cp:revision>4</cp:revision>
  <dcterms:created xsi:type="dcterms:W3CDTF">2020-09-11T19:52:13Z</dcterms:created>
  <dcterms:modified xsi:type="dcterms:W3CDTF">2020-09-11T20:35:59Z</dcterms:modified>
</cp:coreProperties>
</file>