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Open Sans Light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95400" y="2552700"/>
            <a:ext cx="3502658" cy="2260806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037443" y="3245882"/>
            <a:ext cx="2430760" cy="333396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6093" y="4915006"/>
            <a:ext cx="5657850" cy="2644486"/>
            <a:chOff x="0" y="0"/>
            <a:chExt cx="7543800" cy="3525982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543800" cy="3525982"/>
              <a:chOff x="0" y="0"/>
              <a:chExt cx="1913890" cy="89455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13890" cy="894555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894555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894555"/>
                    </a:lnTo>
                    <a:lnTo>
                      <a:pt x="0" y="89455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41025" y="38351"/>
              <a:ext cx="7461750" cy="3449281"/>
              <a:chOff x="0" y="0"/>
              <a:chExt cx="1935169" cy="89455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35169" cy="894555"/>
              </a:xfrm>
              <a:custGeom>
                <a:avLst/>
                <a:gdLst/>
                <a:ahLst/>
                <a:cxnLst/>
                <a:rect l="l" t="t" r="r" b="b"/>
                <a:pathLst>
                  <a:path w="1935169" h="894555">
                    <a:moveTo>
                      <a:pt x="0" y="0"/>
                    </a:moveTo>
                    <a:lnTo>
                      <a:pt x="1935169" y="0"/>
                    </a:lnTo>
                    <a:lnTo>
                      <a:pt x="1935169" y="894555"/>
                    </a:lnTo>
                    <a:lnTo>
                      <a:pt x="0" y="8945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927042" y="5027557"/>
            <a:ext cx="1669756" cy="1669756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490778" y="5191645"/>
            <a:ext cx="1108481" cy="134158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4747" y="5027557"/>
            <a:ext cx="1669756" cy="166975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5400000">
            <a:off x="6373218" y="3573009"/>
            <a:ext cx="7319076" cy="3420946"/>
            <a:chOff x="0" y="0"/>
            <a:chExt cx="9758768" cy="4561261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9758768" cy="4561261"/>
              <a:chOff x="0" y="0"/>
              <a:chExt cx="1913890" cy="89455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13890" cy="894555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894555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894555"/>
                    </a:lnTo>
                    <a:lnTo>
                      <a:pt x="0" y="89455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53071" y="49611"/>
              <a:ext cx="9652627" cy="4462039"/>
              <a:chOff x="0" y="0"/>
              <a:chExt cx="1935169" cy="89455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35169" cy="894555"/>
              </a:xfrm>
              <a:custGeom>
                <a:avLst/>
                <a:gdLst/>
                <a:ahLst/>
                <a:cxnLst/>
                <a:rect l="l" t="t" r="r" b="b"/>
                <a:pathLst>
                  <a:path w="1935169" h="894555">
                    <a:moveTo>
                      <a:pt x="0" y="0"/>
                    </a:moveTo>
                    <a:lnTo>
                      <a:pt x="1935169" y="0"/>
                    </a:lnTo>
                    <a:lnTo>
                      <a:pt x="1935169" y="894555"/>
                    </a:lnTo>
                    <a:lnTo>
                      <a:pt x="0" y="8945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453273" y="3525571"/>
            <a:ext cx="1430160" cy="143016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243531" y="2552700"/>
            <a:ext cx="1393967" cy="1386363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 rot="21101">
            <a:off x="6188317" y="4349063"/>
            <a:ext cx="1805257" cy="928887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 rot="21101">
            <a:off x="12378889" y="4357560"/>
            <a:ext cx="1805257" cy="928887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032756" y="5633563"/>
            <a:ext cx="1456447" cy="1456447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819218" y="6615385"/>
            <a:ext cx="901625" cy="584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dirty="0">
                <a:solidFill>
                  <a:srgbClr val="000000"/>
                </a:solidFill>
                <a:latin typeface="Open Sans Light"/>
              </a:rPr>
              <a:t>CPU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8688" y="7492818"/>
            <a:ext cx="4323397" cy="58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"/>
              </a:rPr>
              <a:t>Hardware da máquina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94200" y="6542750"/>
            <a:ext cx="1105059" cy="949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1"/>
              </a:lnSpc>
            </a:pPr>
            <a:r>
              <a:rPr lang="en-US" sz="3200">
                <a:solidFill>
                  <a:srgbClr val="000000"/>
                </a:solidFill>
                <a:latin typeface="Open Sans Light"/>
              </a:rPr>
              <a:t>Disco </a:t>
            </a:r>
          </a:p>
          <a:p>
            <a:pPr algn="ctr">
              <a:lnSpc>
                <a:spcPts val="3711"/>
              </a:lnSpc>
            </a:pPr>
            <a:r>
              <a:rPr lang="en-US" sz="3200">
                <a:solidFill>
                  <a:srgbClr val="000000"/>
                </a:solidFill>
                <a:latin typeface="Open Sans Light"/>
              </a:rPr>
              <a:t>rigido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17816" y="6371558"/>
            <a:ext cx="927252" cy="584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dirty="0">
                <a:solidFill>
                  <a:srgbClr val="000000"/>
                </a:solidFill>
                <a:latin typeface="Open Sans Light"/>
              </a:rPr>
              <a:t>RAM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39003" y="1109022"/>
            <a:ext cx="987505" cy="584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dirty="0">
                <a:solidFill>
                  <a:srgbClr val="000000"/>
                </a:solidFill>
                <a:latin typeface="Open Sans Light"/>
              </a:rPr>
              <a:t>API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55450" y="1749810"/>
            <a:ext cx="1354614" cy="58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"/>
              </a:rPr>
              <a:t>Código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09379" y="4889056"/>
            <a:ext cx="1730502" cy="584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dirty="0">
                <a:solidFill>
                  <a:srgbClr val="000000"/>
                </a:solidFill>
                <a:latin typeface="Open Sans Light"/>
              </a:rPr>
              <a:t>Library's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688977" y="6684606"/>
            <a:ext cx="3127693" cy="58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Open Sans Light"/>
              </a:rPr>
              <a:t>Banco de dados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29038" y="7300635"/>
            <a:ext cx="1863884" cy="75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</a:pPr>
            <a:r>
              <a:rPr lang="en-US" sz="3200">
                <a:solidFill>
                  <a:srgbClr val="000000"/>
                </a:solidFill>
                <a:latin typeface="Open Sans Light"/>
              </a:rPr>
              <a:t>Ambiente </a:t>
            </a:r>
          </a:p>
          <a:p>
            <a:pPr algn="ctr">
              <a:lnSpc>
                <a:spcPts val="2816"/>
              </a:lnSpc>
            </a:pPr>
            <a:r>
              <a:rPr lang="en-US" sz="3200">
                <a:solidFill>
                  <a:srgbClr val="000000"/>
                </a:solidFill>
                <a:latin typeface="Open Sans Light"/>
              </a:rPr>
              <a:t>virtual</a:t>
            </a: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3D5A8241-412D-45DB-8EC5-B3A171597945}"/>
              </a:ext>
            </a:extLst>
          </p:cNvPr>
          <p:cNvSpPr txBox="1"/>
          <p:nvPr/>
        </p:nvSpPr>
        <p:spPr>
          <a:xfrm>
            <a:off x="10049935" y="3978866"/>
            <a:ext cx="1730502" cy="584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dirty="0">
                <a:solidFill>
                  <a:srgbClr val="000000"/>
                </a:solidFill>
                <a:latin typeface="Open Sans Light"/>
              </a:rPr>
              <a:t>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</Words>
  <Application>Microsoft Office PowerPoint</Application>
  <PresentationFormat>Personalizar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Calibri</vt:lpstr>
      <vt:lpstr>Open Sans Light</vt:lpstr>
      <vt:lpstr>Arial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LLD NOVO</dc:title>
  <dc:creator>gabriel rocha santos pontes</dc:creator>
  <cp:lastModifiedBy>GABRIEL ROCHA SANTOS PONTES .</cp:lastModifiedBy>
  <cp:revision>2</cp:revision>
  <dcterms:created xsi:type="dcterms:W3CDTF">2006-08-16T00:00:00Z</dcterms:created>
  <dcterms:modified xsi:type="dcterms:W3CDTF">2020-09-11T20:46:07Z</dcterms:modified>
  <dc:identifier>DAEHgRGmz8M</dc:identifier>
</cp:coreProperties>
</file>